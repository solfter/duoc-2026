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82" r:id="rId5"/>
  </p:sldMasterIdLst>
  <p:notesMasterIdLst>
    <p:notesMasterId r:id="rId14"/>
  </p:notesMasterIdLst>
  <p:sldIdLst>
    <p:sldId id="261" r:id="rId6"/>
    <p:sldId id="258" r:id="rId7"/>
    <p:sldId id="350" r:id="rId8"/>
    <p:sldId id="337" r:id="rId9"/>
    <p:sldId id="340" r:id="rId10"/>
    <p:sldId id="259" r:id="rId11"/>
    <p:sldId id="263" r:id="rId12"/>
    <p:sldId id="264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D9FF7-FF43-4575-A0D6-6D38F0E21B69}" v="2" dt="2026-03-09T00:20:09.582"/>
    <p1510:client id="{8E120602-6B7B-4297-83AB-5F29AA3D0A65}" v="12" dt="2026-03-09T00:29:47.2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94558"/>
  </p:normalViewPr>
  <p:slideViewPr>
    <p:cSldViewPr>
      <p:cViewPr varScale="1">
        <p:scale>
          <a:sx n="65" d="100"/>
          <a:sy n="65" d="100"/>
        </p:scale>
        <p:origin x="41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pinto" userId="64cd8e47268d54ef" providerId="LiveId" clId="{CBE2701F-21C0-4554-8E9A-694E2739A54A}"/>
    <pc:docChg chg="custSel addSld delSld modSld sldOrd">
      <pc:chgData name="guillermo pinto" userId="64cd8e47268d54ef" providerId="LiveId" clId="{CBE2701F-21C0-4554-8E9A-694E2739A54A}" dt="2026-03-09T00:33:15.647" v="587" actId="20577"/>
      <pc:docMkLst>
        <pc:docMk/>
      </pc:docMkLst>
      <pc:sldChg chg="modSp mod">
        <pc:chgData name="guillermo pinto" userId="64cd8e47268d54ef" providerId="LiveId" clId="{CBE2701F-21C0-4554-8E9A-694E2739A54A}" dt="2026-03-09T00:33:15.647" v="587" actId="20577"/>
        <pc:sldMkLst>
          <pc:docMk/>
          <pc:sldMk cId="3456216138" sldId="259"/>
        </pc:sldMkLst>
        <pc:spChg chg="mod">
          <ac:chgData name="guillermo pinto" userId="64cd8e47268d54ef" providerId="LiveId" clId="{CBE2701F-21C0-4554-8E9A-694E2739A54A}" dt="2026-03-09T00:30:59.052" v="445" actId="20577"/>
          <ac:spMkLst>
            <pc:docMk/>
            <pc:sldMk cId="3456216138" sldId="259"/>
            <ac:spMk id="2" creationId="{3E8654AB-8B5E-EB4F-9428-CC18F760477C}"/>
          </ac:spMkLst>
        </pc:spChg>
        <pc:spChg chg="mod">
          <ac:chgData name="guillermo pinto" userId="64cd8e47268d54ef" providerId="LiveId" clId="{CBE2701F-21C0-4554-8E9A-694E2739A54A}" dt="2026-03-09T00:31:52.559" v="492" actId="1076"/>
          <ac:spMkLst>
            <pc:docMk/>
            <pc:sldMk cId="3456216138" sldId="259"/>
            <ac:spMk id="3" creationId="{62570C8D-B9E4-1147-8374-C07D10E08568}"/>
          </ac:spMkLst>
        </pc:spChg>
        <pc:spChg chg="mod">
          <ac:chgData name="guillermo pinto" userId="64cd8e47268d54ef" providerId="LiveId" clId="{CBE2701F-21C0-4554-8E9A-694E2739A54A}" dt="2026-03-09T00:31:25.804" v="491" actId="20577"/>
          <ac:spMkLst>
            <pc:docMk/>
            <pc:sldMk cId="3456216138" sldId="259"/>
            <ac:spMk id="4" creationId="{00F325E4-337C-C94D-82A1-4494F6BCB8A9}"/>
          </ac:spMkLst>
        </pc:spChg>
        <pc:spChg chg="mod">
          <ac:chgData name="guillermo pinto" userId="64cd8e47268d54ef" providerId="LiveId" clId="{CBE2701F-21C0-4554-8E9A-694E2739A54A}" dt="2026-03-09T00:32:10.292" v="498" actId="20577"/>
          <ac:spMkLst>
            <pc:docMk/>
            <pc:sldMk cId="3456216138" sldId="259"/>
            <ac:spMk id="5" creationId="{81ADC15C-DE36-D34F-9D94-38F20902CC1F}"/>
          </ac:spMkLst>
        </pc:spChg>
        <pc:spChg chg="mod">
          <ac:chgData name="guillermo pinto" userId="64cd8e47268d54ef" providerId="LiveId" clId="{CBE2701F-21C0-4554-8E9A-694E2739A54A}" dt="2026-03-09T00:32:33.658" v="528" actId="5793"/>
          <ac:spMkLst>
            <pc:docMk/>
            <pc:sldMk cId="3456216138" sldId="259"/>
            <ac:spMk id="7" creationId="{5141023F-BD07-594C-987C-3366301EA16E}"/>
          </ac:spMkLst>
        </pc:spChg>
        <pc:spChg chg="mod">
          <ac:chgData name="guillermo pinto" userId="64cd8e47268d54ef" providerId="LiveId" clId="{CBE2701F-21C0-4554-8E9A-694E2739A54A}" dt="2026-03-09T00:32:57.083" v="553" actId="6549"/>
          <ac:spMkLst>
            <pc:docMk/>
            <pc:sldMk cId="3456216138" sldId="259"/>
            <ac:spMk id="8" creationId="{5A03901C-E436-6B4F-8D47-F4C81DA6CBD3}"/>
          </ac:spMkLst>
        </pc:spChg>
        <pc:spChg chg="mod">
          <ac:chgData name="guillermo pinto" userId="64cd8e47268d54ef" providerId="LiveId" clId="{CBE2701F-21C0-4554-8E9A-694E2739A54A}" dt="2026-03-09T00:33:15.647" v="587" actId="20577"/>
          <ac:spMkLst>
            <pc:docMk/>
            <pc:sldMk cId="3456216138" sldId="259"/>
            <ac:spMk id="10" creationId="{9E12E319-834A-E240-B1F7-9FBE7F13332A}"/>
          </ac:spMkLst>
        </pc:spChg>
      </pc:sldChg>
      <pc:sldChg chg="modSp mod">
        <pc:chgData name="guillermo pinto" userId="64cd8e47268d54ef" providerId="LiveId" clId="{CBE2701F-21C0-4554-8E9A-694E2739A54A}" dt="2026-03-09T00:25:36.899" v="389" actId="20577"/>
        <pc:sldMkLst>
          <pc:docMk/>
          <pc:sldMk cId="3642932644" sldId="261"/>
        </pc:sldMkLst>
        <pc:spChg chg="mod">
          <ac:chgData name="guillermo pinto" userId="64cd8e47268d54ef" providerId="LiveId" clId="{CBE2701F-21C0-4554-8E9A-694E2739A54A}" dt="2026-03-09T00:25:36.899" v="389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guillermo pinto" userId="64cd8e47268d54ef" providerId="LiveId" clId="{CBE2701F-21C0-4554-8E9A-694E2739A54A}" dt="2026-03-09T00:09:54.056" v="40" actId="20577"/>
        <pc:sldMkLst>
          <pc:docMk/>
          <pc:sldMk cId="3826007759" sldId="263"/>
        </pc:sldMkLst>
        <pc:spChg chg="mod">
          <ac:chgData name="guillermo pinto" userId="64cd8e47268d54ef" providerId="LiveId" clId="{CBE2701F-21C0-4554-8E9A-694E2739A54A}" dt="2026-03-09T00:09:32.390" v="33" actId="20577"/>
          <ac:spMkLst>
            <pc:docMk/>
            <pc:sldMk cId="3826007759" sldId="263"/>
            <ac:spMk id="8" creationId="{9B9CA490-2501-B64F-97E3-652F577E1321}"/>
          </ac:spMkLst>
        </pc:spChg>
        <pc:spChg chg="mod">
          <ac:chgData name="guillermo pinto" userId="64cd8e47268d54ef" providerId="LiveId" clId="{CBE2701F-21C0-4554-8E9A-694E2739A54A}" dt="2026-03-09T00:09:54.056" v="40" actId="20577"/>
          <ac:spMkLst>
            <pc:docMk/>
            <pc:sldMk cId="3826007759" sldId="263"/>
            <ac:spMk id="10" creationId="{615DD1DA-5365-EB4E-AF44-868F9788F9CF}"/>
          </ac:spMkLst>
        </pc:spChg>
      </pc:sldChg>
      <pc:sldChg chg="delSp modSp mod">
        <pc:chgData name="guillermo pinto" userId="64cd8e47268d54ef" providerId="LiveId" clId="{CBE2701F-21C0-4554-8E9A-694E2739A54A}" dt="2026-03-09T00:27:22.746" v="403"/>
        <pc:sldMkLst>
          <pc:docMk/>
          <pc:sldMk cId="3979444189" sldId="337"/>
        </pc:sldMkLst>
        <pc:spChg chg="mod">
          <ac:chgData name="guillermo pinto" userId="64cd8e47268d54ef" providerId="LiveId" clId="{CBE2701F-21C0-4554-8E9A-694E2739A54A}" dt="2026-03-09T00:05:29.939" v="10" actId="1076"/>
          <ac:spMkLst>
            <pc:docMk/>
            <pc:sldMk cId="3979444189" sldId="337"/>
            <ac:spMk id="5" creationId="{362EBFE2-6CDE-6A46-DD2D-F007B2FA5062}"/>
          </ac:spMkLst>
        </pc:spChg>
        <pc:spChg chg="mod">
          <ac:chgData name="guillermo pinto" userId="64cd8e47268d54ef" providerId="LiveId" clId="{CBE2701F-21C0-4554-8E9A-694E2739A54A}" dt="2026-03-09T00:27:22.746" v="403"/>
          <ac:spMkLst>
            <pc:docMk/>
            <pc:sldMk cId="3979444189" sldId="337"/>
            <ac:spMk id="6" creationId="{4714A455-0E18-E1B9-0B18-46C49D744D2F}"/>
          </ac:spMkLst>
        </pc:spChg>
        <pc:spChg chg="del">
          <ac:chgData name="guillermo pinto" userId="64cd8e47268d54ef" providerId="LiveId" clId="{CBE2701F-21C0-4554-8E9A-694E2739A54A}" dt="2026-03-09T00:05:23.581" v="8" actId="478"/>
          <ac:spMkLst>
            <pc:docMk/>
            <pc:sldMk cId="3979444189" sldId="337"/>
            <ac:spMk id="13" creationId="{EE8DCEDB-0701-9E4F-B841-31F2AEF95FCF}"/>
          </ac:spMkLst>
        </pc:spChg>
        <pc:spChg chg="del">
          <ac:chgData name="guillermo pinto" userId="64cd8e47268d54ef" providerId="LiveId" clId="{CBE2701F-21C0-4554-8E9A-694E2739A54A}" dt="2026-03-09T00:05:25.824" v="9" actId="478"/>
          <ac:spMkLst>
            <pc:docMk/>
            <pc:sldMk cId="3979444189" sldId="337"/>
            <ac:spMk id="15" creationId="{AC1579C5-4858-4D42-8518-8DA881E7E42D}"/>
          </ac:spMkLst>
        </pc:spChg>
      </pc:sldChg>
      <pc:sldChg chg="addSp delSp modSp mod">
        <pc:chgData name="guillermo pinto" userId="64cd8e47268d54ef" providerId="LiveId" clId="{CBE2701F-21C0-4554-8E9A-694E2739A54A}" dt="2026-03-09T00:30:04.730" v="435" actId="20577"/>
        <pc:sldMkLst>
          <pc:docMk/>
          <pc:sldMk cId="717399983" sldId="340"/>
        </pc:sldMkLst>
        <pc:spChg chg="mod">
          <ac:chgData name="guillermo pinto" userId="64cd8e47268d54ef" providerId="LiveId" clId="{CBE2701F-21C0-4554-8E9A-694E2739A54A}" dt="2026-03-09T00:07:54.492" v="25" actId="6549"/>
          <ac:spMkLst>
            <pc:docMk/>
            <pc:sldMk cId="717399983" sldId="340"/>
            <ac:spMk id="2" creationId="{D5B4D40B-2281-FF4E-A378-6A0062B17D86}"/>
          </ac:spMkLst>
        </pc:spChg>
        <pc:spChg chg="del">
          <ac:chgData name="guillermo pinto" userId="64cd8e47268d54ef" providerId="LiveId" clId="{CBE2701F-21C0-4554-8E9A-694E2739A54A}" dt="2026-03-09T00:07:57.700" v="27" actId="478"/>
          <ac:spMkLst>
            <pc:docMk/>
            <pc:sldMk cId="717399983" sldId="340"/>
            <ac:spMk id="4" creationId="{845184E1-9A1E-4156-6770-A945CD205D38}"/>
          </ac:spMkLst>
        </pc:spChg>
        <pc:graphicFrameChg chg="add mod modGraphic">
          <ac:chgData name="guillermo pinto" userId="64cd8e47268d54ef" providerId="LiveId" clId="{CBE2701F-21C0-4554-8E9A-694E2739A54A}" dt="2026-03-09T00:30:04.730" v="435" actId="20577"/>
          <ac:graphicFrameMkLst>
            <pc:docMk/>
            <pc:sldMk cId="717399983" sldId="340"/>
            <ac:graphicFrameMk id="3" creationId="{975E555F-1EBB-29ED-215D-C421D1A1B516}"/>
          </ac:graphicFrameMkLst>
        </pc:graphicFrameChg>
        <pc:graphicFrameChg chg="del">
          <ac:chgData name="guillermo pinto" userId="64cd8e47268d54ef" providerId="LiveId" clId="{CBE2701F-21C0-4554-8E9A-694E2739A54A}" dt="2026-03-09T00:06:53.632" v="18" actId="478"/>
          <ac:graphicFrameMkLst>
            <pc:docMk/>
            <pc:sldMk cId="717399983" sldId="340"/>
            <ac:graphicFrameMk id="3" creationId="{FD125762-AFA7-41C9-6075-535A3E375C5F}"/>
          </ac:graphicFrameMkLst>
        </pc:graphicFrameChg>
        <pc:picChg chg="add del mod">
          <ac:chgData name="guillermo pinto" userId="64cd8e47268d54ef" providerId="LiveId" clId="{CBE2701F-21C0-4554-8E9A-694E2739A54A}" dt="2026-03-09T00:07:56.388" v="26" actId="478"/>
          <ac:picMkLst>
            <pc:docMk/>
            <pc:sldMk cId="717399983" sldId="340"/>
            <ac:picMk id="6" creationId="{D5BC3A74-9DE4-294A-CF3C-894C3A1C47CE}"/>
          </ac:picMkLst>
        </pc:picChg>
        <pc:picChg chg="add del mod">
          <ac:chgData name="guillermo pinto" userId="64cd8e47268d54ef" providerId="LiveId" clId="{CBE2701F-21C0-4554-8E9A-694E2739A54A}" dt="2026-03-09T00:18:13.178" v="77" actId="478"/>
          <ac:picMkLst>
            <pc:docMk/>
            <pc:sldMk cId="717399983" sldId="340"/>
            <ac:picMk id="8" creationId="{C4AF7586-2E96-9112-6CDB-45C180A943BA}"/>
          </ac:picMkLst>
        </pc:picChg>
      </pc:sldChg>
      <pc:sldChg chg="addSp delSp modSp del mod">
        <pc:chgData name="guillermo pinto" userId="64cd8e47268d54ef" providerId="LiveId" clId="{CBE2701F-21C0-4554-8E9A-694E2739A54A}" dt="2026-03-09T00:17:52.914" v="76" actId="47"/>
        <pc:sldMkLst>
          <pc:docMk/>
          <pc:sldMk cId="3115280043" sldId="347"/>
        </pc:sldMkLst>
        <pc:graphicFrameChg chg="del">
          <ac:chgData name="guillermo pinto" userId="64cd8e47268d54ef" providerId="LiveId" clId="{CBE2701F-21C0-4554-8E9A-694E2739A54A}" dt="2026-03-09T00:06:11.648" v="13" actId="478"/>
          <ac:graphicFrameMkLst>
            <pc:docMk/>
            <pc:sldMk cId="3115280043" sldId="347"/>
            <ac:graphicFrameMk id="6" creationId="{9EBACE21-5BE1-BE8C-D231-C78DAA01B1A6}"/>
          </ac:graphicFrameMkLst>
        </pc:graphicFrameChg>
        <pc:picChg chg="add mod">
          <ac:chgData name="guillermo pinto" userId="64cd8e47268d54ef" providerId="LiveId" clId="{CBE2701F-21C0-4554-8E9A-694E2739A54A}" dt="2026-03-09T00:06:31.508" v="17" actId="1076"/>
          <ac:picMkLst>
            <pc:docMk/>
            <pc:sldMk cId="3115280043" sldId="347"/>
            <ac:picMk id="4" creationId="{46E92B67-9B6E-EF61-5F8B-F902C5EDDB5F}"/>
          </ac:picMkLst>
        </pc:picChg>
      </pc:sldChg>
      <pc:sldChg chg="del">
        <pc:chgData name="guillermo pinto" userId="64cd8e47268d54ef" providerId="LiveId" clId="{CBE2701F-21C0-4554-8E9A-694E2739A54A}" dt="2026-03-09T00:07:45.561" v="23" actId="47"/>
        <pc:sldMkLst>
          <pc:docMk/>
          <pc:sldMk cId="1971102157" sldId="348"/>
        </pc:sldMkLst>
      </pc:sldChg>
      <pc:sldChg chg="del">
        <pc:chgData name="guillermo pinto" userId="64cd8e47268d54ef" providerId="LiveId" clId="{CBE2701F-21C0-4554-8E9A-694E2739A54A}" dt="2026-03-09T00:07:46.397" v="24" actId="47"/>
        <pc:sldMkLst>
          <pc:docMk/>
          <pc:sldMk cId="4123522268" sldId="349"/>
        </pc:sldMkLst>
      </pc:sldChg>
      <pc:sldChg chg="delSp modSp add mod ord">
        <pc:chgData name="guillermo pinto" userId="64cd8e47268d54ef" providerId="LiveId" clId="{CBE2701F-21C0-4554-8E9A-694E2739A54A}" dt="2026-03-09T00:26:35.256" v="395" actId="20577"/>
        <pc:sldMkLst>
          <pc:docMk/>
          <pc:sldMk cId="4254567252" sldId="350"/>
        </pc:sldMkLst>
        <pc:spChg chg="del">
          <ac:chgData name="guillermo pinto" userId="64cd8e47268d54ef" providerId="LiveId" clId="{CBE2701F-21C0-4554-8E9A-694E2739A54A}" dt="2026-03-09T00:04:50.889" v="2" actId="478"/>
          <ac:spMkLst>
            <pc:docMk/>
            <pc:sldMk cId="4254567252" sldId="350"/>
            <ac:spMk id="5" creationId="{B913A74A-17EA-C18A-0A1A-BD6FC761B04B}"/>
          </ac:spMkLst>
        </pc:spChg>
        <pc:spChg chg="del">
          <ac:chgData name="guillermo pinto" userId="64cd8e47268d54ef" providerId="LiveId" clId="{CBE2701F-21C0-4554-8E9A-694E2739A54A}" dt="2026-03-09T00:04:49.162" v="1" actId="478"/>
          <ac:spMkLst>
            <pc:docMk/>
            <pc:sldMk cId="4254567252" sldId="350"/>
            <ac:spMk id="6" creationId="{97AC2447-F3C2-78C1-BE4B-1A83E882DAA0}"/>
          </ac:spMkLst>
        </pc:spChg>
        <pc:spChg chg="mod">
          <ac:chgData name="guillermo pinto" userId="64cd8e47268d54ef" providerId="LiveId" clId="{CBE2701F-21C0-4554-8E9A-694E2739A54A}" dt="2026-03-09T00:26:35.256" v="395" actId="20577"/>
          <ac:spMkLst>
            <pc:docMk/>
            <pc:sldMk cId="4254567252" sldId="350"/>
            <ac:spMk id="13" creationId="{CC30B19F-6A84-7FAC-01C4-6D2B739D0450}"/>
          </ac:spMkLst>
        </pc:spChg>
        <pc:spChg chg="del">
          <ac:chgData name="guillermo pinto" userId="64cd8e47268d54ef" providerId="LiveId" clId="{CBE2701F-21C0-4554-8E9A-694E2739A54A}" dt="2026-03-09T00:05:07.016" v="5" actId="478"/>
          <ac:spMkLst>
            <pc:docMk/>
            <pc:sldMk cId="4254567252" sldId="350"/>
            <ac:spMk id="15" creationId="{5942B651-D700-3457-2B4E-A97BABE022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11">
            <a:extLst>
              <a:ext uri="{FF2B5EF4-FFF2-40B4-BE49-F238E27FC236}">
                <a16:creationId xmlns:a16="http://schemas.microsoft.com/office/drawing/2014/main" id="{72CB07E4-BD20-2841-8504-4AF8BAC65B92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0B8567D-059F-D244-9DC8-88F56B94296B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FC8A666C-E5DE-8444-ACA3-1559C8EB04F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B3FEDA5-4588-BD4C-8EB9-3D670D7877A1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2DD38945-F552-B045-A610-F6FEB2AE0B3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DA726BBB-41D3-A641-9F9E-8A454078BAE8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474A1586-828C-B945-878F-C4CDC6A9DFD0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00A41B1B-474B-4C4D-94A2-F62D23D8667F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E2431960-FF24-AB4B-963F-C0CAC941C4A6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B3A1E7BF-9376-294D-8DA6-55275010968E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467AC6C8-43E0-5A49-B151-8597E0ACFCF0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7170A061-DA5F-464E-8C10-42F447A7657A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5DD2906D-2F6A-9543-8281-E33B945B8A4C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A58B9E39-F25F-5941-8F43-96E26CBAF024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40804FA6-EAAF-B042-97B5-4B13E44AA699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5" name="Título 10">
            <a:extLst>
              <a:ext uri="{FF2B5EF4-FFF2-40B4-BE49-F238E27FC236}">
                <a16:creationId xmlns:a16="http://schemas.microsoft.com/office/drawing/2014/main" id="{322FB381-960A-0849-8376-69674015F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870C5F7-4868-F74D-90C3-517A2DFAB04F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89C0F690-1EDC-9246-A9BD-4B1691F43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CBDC81-BE09-D043-9EA4-F28A4EDD2A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0104101" cy="73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11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9">
            <a:extLst>
              <a:ext uri="{FF2B5EF4-FFF2-40B4-BE49-F238E27FC236}">
                <a16:creationId xmlns:a16="http://schemas.microsoft.com/office/drawing/2014/main" id="{D74EE1F9-2998-754F-AE8B-CC1AA4E2EE8A}"/>
              </a:ext>
            </a:extLst>
          </p:cNvPr>
          <p:cNvSpPr/>
          <p:nvPr userDrawn="1"/>
        </p:nvSpPr>
        <p:spPr>
          <a:xfrm>
            <a:off x="14603006" y="1768475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E5F013E-4F47-B444-9D43-991915429027}"/>
              </a:ext>
            </a:extLst>
          </p:cNvPr>
          <p:cNvSpPr/>
          <p:nvPr userDrawn="1"/>
        </p:nvSpPr>
        <p:spPr>
          <a:xfrm>
            <a:off x="10415337" y="1768476"/>
            <a:ext cx="3392804" cy="7616568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3584D8FB-5C66-5246-B53F-AFBF8195582B}"/>
              </a:ext>
            </a:extLst>
          </p:cNvPr>
          <p:cNvSpPr/>
          <p:nvPr userDrawn="1"/>
        </p:nvSpPr>
        <p:spPr>
          <a:xfrm>
            <a:off x="6347214" y="1813303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55C4F869-B90C-0B40-A9F9-ADC2D812A79E}"/>
              </a:ext>
            </a:extLst>
          </p:cNvPr>
          <p:cNvSpPr/>
          <p:nvPr userDrawn="1"/>
        </p:nvSpPr>
        <p:spPr>
          <a:xfrm>
            <a:off x="2235659" y="1820288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9F40AF0-87DA-0A48-B6E9-4219F4180C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32050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C33F340-7017-A54B-AB2D-EFBBB90A374D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3A3AF8A0-E40E-424D-9062-8F5081E913F5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4CF343B9-9DAA-904B-926B-BF1E8B169555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B4133E1D-7241-C648-A1B7-47414D04749D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6">
              <a:extLst>
                <a:ext uri="{FF2B5EF4-FFF2-40B4-BE49-F238E27FC236}">
                  <a16:creationId xmlns:a16="http://schemas.microsoft.com/office/drawing/2014/main" id="{6E4A7447-424D-0C48-BBB7-9539084DEFB7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grpSp>
        <p:nvGrpSpPr>
          <p:cNvPr id="19" name="object 11">
            <a:extLst>
              <a:ext uri="{FF2B5EF4-FFF2-40B4-BE49-F238E27FC236}">
                <a16:creationId xmlns:a16="http://schemas.microsoft.com/office/drawing/2014/main" id="{27FDED8E-3EED-3B47-B30D-D69574D42171}"/>
              </a:ext>
            </a:extLst>
          </p:cNvPr>
          <p:cNvGrpSpPr/>
          <p:nvPr userDrawn="1"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07E7101B-E60E-4B40-91E4-19CC1FC87F02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835A4DA4-1A75-F748-B4F3-65AB2615145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E94AA4CE-5673-5541-94A2-19522E783D8D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D6369B94-F651-4E4A-A7CF-4B5DB9E67E5D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80C8D6C4-2FFD-7841-A5CC-CCDE695C9BA9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8098076F-75AB-FB4D-8D04-C5FDC9E764E2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97C57F48-994B-4042-8A4E-A7C163B8A2E4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4E5ACCB6-4AE3-014C-BACF-FA6331FC759D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A9E4838F-57CE-2D40-B776-70719C47FA54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Marcador de texto 8">
            <a:extLst>
              <a:ext uri="{FF2B5EF4-FFF2-40B4-BE49-F238E27FC236}">
                <a16:creationId xmlns:a16="http://schemas.microsoft.com/office/drawing/2014/main" id="{D90E074A-B7DF-8245-A38A-3D05E057F6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32050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01</a:t>
            </a:r>
            <a:endParaRPr lang="es-CL" dirty="0"/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13C7172E-9E76-0741-9F46-1D2D52BD4A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0907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35" name="Marcador de texto 8">
            <a:extLst>
              <a:ext uri="{FF2B5EF4-FFF2-40B4-BE49-F238E27FC236}">
                <a16:creationId xmlns:a16="http://schemas.microsoft.com/office/drawing/2014/main" id="{FCB94CB1-4B2F-854C-BFCE-F2F8A555D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873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36" name="Marcador de texto 8">
            <a:extLst>
              <a:ext uri="{FF2B5EF4-FFF2-40B4-BE49-F238E27FC236}">
                <a16:creationId xmlns:a16="http://schemas.microsoft.com/office/drawing/2014/main" id="{230B54DA-B6A0-F547-8BE5-D93D21AF0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69873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02</a:t>
            </a:r>
            <a:endParaRPr lang="es-CL" dirty="0"/>
          </a:p>
        </p:txBody>
      </p:sp>
      <p:sp>
        <p:nvSpPr>
          <p:cNvPr id="37" name="Marcador de texto 33">
            <a:extLst>
              <a:ext uri="{FF2B5EF4-FFF2-40B4-BE49-F238E27FC236}">
                <a16:creationId xmlns:a16="http://schemas.microsoft.com/office/drawing/2014/main" id="{049144DE-9B32-BF42-AC58-CA84B84FC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8730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38" name="Marcador de texto 8">
            <a:extLst>
              <a:ext uri="{FF2B5EF4-FFF2-40B4-BE49-F238E27FC236}">
                <a16:creationId xmlns:a16="http://schemas.microsoft.com/office/drawing/2014/main" id="{3AD26DB2-ADE0-4647-9024-836E854502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42730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39" name="Marcador de texto 8">
            <a:extLst>
              <a:ext uri="{FF2B5EF4-FFF2-40B4-BE49-F238E27FC236}">
                <a16:creationId xmlns:a16="http://schemas.microsoft.com/office/drawing/2014/main" id="{B4CCB6D0-24E1-6C4B-B00D-A59898F66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42730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03</a:t>
            </a:r>
            <a:endParaRPr lang="es-CL" dirty="0"/>
          </a:p>
        </p:txBody>
      </p:sp>
      <p:sp>
        <p:nvSpPr>
          <p:cNvPr id="40" name="Marcador de texto 33">
            <a:extLst>
              <a:ext uri="{FF2B5EF4-FFF2-40B4-BE49-F238E27FC236}">
                <a16:creationId xmlns:a16="http://schemas.microsoft.com/office/drawing/2014/main" id="{E791DE5B-F3FB-2249-88C9-850052F11B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31587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41" name="Marcador de texto 8">
            <a:extLst>
              <a:ext uri="{FF2B5EF4-FFF2-40B4-BE49-F238E27FC236}">
                <a16:creationId xmlns:a16="http://schemas.microsoft.com/office/drawing/2014/main" id="{BFEC8CF8-CD6A-2D46-9209-80CB6E3757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44104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42" name="Marcador de texto 8">
            <a:extLst>
              <a:ext uri="{FF2B5EF4-FFF2-40B4-BE49-F238E27FC236}">
                <a16:creationId xmlns:a16="http://schemas.microsoft.com/office/drawing/2014/main" id="{2B4261FE-A1D1-4B4F-95F4-6ED010B112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44104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33">
            <a:extLst>
              <a:ext uri="{FF2B5EF4-FFF2-40B4-BE49-F238E27FC236}">
                <a16:creationId xmlns:a16="http://schemas.microsoft.com/office/drawing/2014/main" id="{675B8AD7-87CC-C84B-AFAA-1219F5560E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32961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44" name="object 13">
            <a:extLst>
              <a:ext uri="{FF2B5EF4-FFF2-40B4-BE49-F238E27FC236}">
                <a16:creationId xmlns:a16="http://schemas.microsoft.com/office/drawing/2014/main" id="{9B5E9D9A-47C1-1E44-B23B-6F1ADDE4D8E6}"/>
              </a:ext>
            </a:extLst>
          </p:cNvPr>
          <p:cNvSpPr/>
          <p:nvPr userDrawn="1"/>
        </p:nvSpPr>
        <p:spPr>
          <a:xfrm>
            <a:off x="3579241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1ABCC154-C69E-B546-A2BD-4C9F96651155}"/>
              </a:ext>
            </a:extLst>
          </p:cNvPr>
          <p:cNvSpPr/>
          <p:nvPr userDrawn="1"/>
        </p:nvSpPr>
        <p:spPr>
          <a:xfrm>
            <a:off x="7667696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3">
            <a:extLst>
              <a:ext uri="{FF2B5EF4-FFF2-40B4-BE49-F238E27FC236}">
                <a16:creationId xmlns:a16="http://schemas.microsoft.com/office/drawing/2014/main" id="{982DA456-C055-9C46-9D2A-E2B01BD77B0E}"/>
              </a:ext>
            </a:extLst>
          </p:cNvPr>
          <p:cNvSpPr/>
          <p:nvPr userDrawn="1"/>
        </p:nvSpPr>
        <p:spPr>
          <a:xfrm>
            <a:off x="15995650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3">
            <a:extLst>
              <a:ext uri="{FF2B5EF4-FFF2-40B4-BE49-F238E27FC236}">
                <a16:creationId xmlns:a16="http://schemas.microsoft.com/office/drawing/2014/main" id="{6BD4CEE4-F664-604F-98CF-699643BD4FFF}"/>
              </a:ext>
            </a:extLst>
          </p:cNvPr>
          <p:cNvSpPr/>
          <p:nvPr userDrawn="1"/>
        </p:nvSpPr>
        <p:spPr>
          <a:xfrm>
            <a:off x="11728450" y="571988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8173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1634EB08-9014-4147-8C0D-406F156E4863}"/>
              </a:ext>
            </a:extLst>
          </p:cNvPr>
          <p:cNvSpPr/>
          <p:nvPr userDrawn="1"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8B8383BF-B3A0-7B46-8292-AF957C9D598A}"/>
              </a:ext>
            </a:extLst>
          </p:cNvPr>
          <p:cNvSpPr/>
          <p:nvPr userDrawn="1"/>
        </p:nvSpPr>
        <p:spPr>
          <a:xfrm>
            <a:off x="4998572" y="828729"/>
            <a:ext cx="152400" cy="1168346"/>
          </a:xfrm>
          <a:custGeom>
            <a:avLst/>
            <a:gdLst/>
            <a:ahLst/>
            <a:cxnLst/>
            <a:rect l="l" t="t" r="r" b="b"/>
            <a:pathLst>
              <a:path w="53339" h="6827520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7C875938-4E4E-1746-AF67-1484232880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040" y="1258411"/>
            <a:ext cx="4343400" cy="1477328"/>
          </a:xfrm>
        </p:spPr>
        <p:txBody>
          <a:bodyPr/>
          <a:lstStyle>
            <a:lvl1pPr algn="l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 LOREM IPSUM</a:t>
            </a:r>
            <a:endParaRPr lang="es-CL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355D8821-D778-254B-B5E1-B3D40E2AD2E5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FDBDCEEF-5769-7445-955D-370BD2FDD5A2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4">
            <a:extLst>
              <a:ext uri="{FF2B5EF4-FFF2-40B4-BE49-F238E27FC236}">
                <a16:creationId xmlns:a16="http://schemas.microsoft.com/office/drawing/2014/main" id="{B0AC388D-3085-3C41-ABDE-A8742AFAEFE9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1" name="object 5">
              <a:extLst>
                <a:ext uri="{FF2B5EF4-FFF2-40B4-BE49-F238E27FC236}">
                  <a16:creationId xmlns:a16="http://schemas.microsoft.com/office/drawing/2014/main" id="{DE649ED7-EE5C-274F-97AA-794B9151FAE5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6">
              <a:extLst>
                <a:ext uri="{FF2B5EF4-FFF2-40B4-BE49-F238E27FC236}">
                  <a16:creationId xmlns:a16="http://schemas.microsoft.com/office/drawing/2014/main" id="{62970090-9E4F-2E4A-912E-0F5C696120C9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grpSp>
        <p:nvGrpSpPr>
          <p:cNvPr id="33" name="object 11">
            <a:extLst>
              <a:ext uri="{FF2B5EF4-FFF2-40B4-BE49-F238E27FC236}">
                <a16:creationId xmlns:a16="http://schemas.microsoft.com/office/drawing/2014/main" id="{C13F93CF-F203-C04B-A78B-558F6FA4E265}"/>
              </a:ext>
            </a:extLst>
          </p:cNvPr>
          <p:cNvGrpSpPr/>
          <p:nvPr userDrawn="1"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180FD66F-E8BD-E84D-8E27-BE86B062089A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374D76E1-07A4-D84C-97BB-48A4FD7CC38D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A31546A4-E0DC-7245-82CB-F86B6B98CE1A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6">
              <a:extLst>
                <a:ext uri="{FF2B5EF4-FFF2-40B4-BE49-F238E27FC236}">
                  <a16:creationId xmlns:a16="http://schemas.microsoft.com/office/drawing/2014/main" id="{239F9F4F-90DE-8E45-BBBE-357CB2D34F4D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7">
              <a:extLst>
                <a:ext uri="{FF2B5EF4-FFF2-40B4-BE49-F238E27FC236}">
                  <a16:creationId xmlns:a16="http://schemas.microsoft.com/office/drawing/2014/main" id="{39D3EC36-41FA-1342-8DC7-2F4171D1001C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8">
              <a:extLst>
                <a:ext uri="{FF2B5EF4-FFF2-40B4-BE49-F238E27FC236}">
                  <a16:creationId xmlns:a16="http://schemas.microsoft.com/office/drawing/2014/main" id="{CE81F3C7-4470-6F4B-A5BD-ACE3D420B3A9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9">
              <a:extLst>
                <a:ext uri="{FF2B5EF4-FFF2-40B4-BE49-F238E27FC236}">
                  <a16:creationId xmlns:a16="http://schemas.microsoft.com/office/drawing/2014/main" id="{F3CD6A56-A582-1C4F-933A-931F7F718B9E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0">
              <a:extLst>
                <a:ext uri="{FF2B5EF4-FFF2-40B4-BE49-F238E27FC236}">
                  <a16:creationId xmlns:a16="http://schemas.microsoft.com/office/drawing/2014/main" id="{4035D21C-0643-F246-AA4D-8E7D4130D6EC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1">
              <a:extLst>
                <a:ext uri="{FF2B5EF4-FFF2-40B4-BE49-F238E27FC236}">
                  <a16:creationId xmlns:a16="http://schemas.microsoft.com/office/drawing/2014/main" id="{1340B684-9E9C-D94B-8941-E24B230363CF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74DA7-ACB3-C745-B1A0-34C77CE2A3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2911475"/>
            <a:ext cx="4343400" cy="1231106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mannt</a:t>
            </a:r>
            <a:r>
              <a:rPr lang="es-ES" dirty="0"/>
              <a:t> 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</a:t>
            </a:r>
            <a:r>
              <a:rPr lang="es-ES" dirty="0"/>
              <a:t> </a:t>
            </a:r>
            <a:r>
              <a:rPr lang="es-ES" dirty="0" err="1"/>
              <a:t>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lo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743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FD9C67A-0C82-E84B-829A-03A0C2EB29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0138926" cy="11309350"/>
          </a:xfrm>
          <a:prstGeom prst="rect">
            <a:avLst/>
          </a:prstGeom>
        </p:spPr>
      </p:pic>
      <p:grpSp>
        <p:nvGrpSpPr>
          <p:cNvPr id="9" name="object 11">
            <a:extLst>
              <a:ext uri="{FF2B5EF4-FFF2-40B4-BE49-F238E27FC236}">
                <a16:creationId xmlns:a16="http://schemas.microsoft.com/office/drawing/2014/main" id="{F166766B-EAA7-DD43-A756-F4605AA9A22B}"/>
              </a:ext>
            </a:extLst>
          </p:cNvPr>
          <p:cNvGrpSpPr/>
          <p:nvPr userDrawn="1"/>
        </p:nvGrpSpPr>
        <p:grpSpPr>
          <a:xfrm>
            <a:off x="8375650" y="10531475"/>
            <a:ext cx="3894979" cy="335915"/>
            <a:chOff x="8592670" y="10723202"/>
            <a:chExt cx="3894979" cy="335915"/>
          </a:xfrm>
        </p:grpSpPr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8372457F-8480-5A42-9339-5701E381A19E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594035F5-CD25-AD4C-AD04-CC0D37060337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F387536A-024F-824B-BD2E-CF6404A6B02F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7AF94EA7-F99B-B541-A7A5-AA92B6A03FC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489F400A-C9E0-5F48-9300-F410CF81D755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AD94903A-7831-D04D-ABA1-93604CF406FB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7CD05F3A-E5BA-D742-8A2E-AD10596914C4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47DC6E99-BAC6-934E-87F8-656482BB4E24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B9C09E91-A869-334B-8CD8-A499C62CB153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2">
            <a:extLst>
              <a:ext uri="{FF2B5EF4-FFF2-40B4-BE49-F238E27FC236}">
                <a16:creationId xmlns:a16="http://schemas.microsoft.com/office/drawing/2014/main" id="{A0B885A4-9375-EA40-9DB9-9EEF31B074A9}"/>
              </a:ext>
            </a:extLst>
          </p:cNvPr>
          <p:cNvSpPr/>
          <p:nvPr userDrawn="1"/>
        </p:nvSpPr>
        <p:spPr>
          <a:xfrm>
            <a:off x="5092767" y="7254875"/>
            <a:ext cx="10694670" cy="53340"/>
          </a:xfrm>
          <a:custGeom>
            <a:avLst/>
            <a:gdLst/>
            <a:ahLst/>
            <a:cxnLst/>
            <a:rect l="l" t="t" r="r" b="b"/>
            <a:pathLst>
              <a:path w="10694669" h="53340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3DF417FE-825D-8D41-8EF5-B5AA503D5EA8}"/>
              </a:ext>
            </a:extLst>
          </p:cNvPr>
          <p:cNvSpPr/>
          <p:nvPr userDrawn="1"/>
        </p:nvSpPr>
        <p:spPr>
          <a:xfrm>
            <a:off x="5092767" y="6209204"/>
            <a:ext cx="10694670" cy="1045671"/>
          </a:xfrm>
          <a:custGeom>
            <a:avLst/>
            <a:gdLst/>
            <a:ahLst/>
            <a:cxnLst/>
            <a:rect l="l" t="t" r="r" b="b"/>
            <a:pathLst>
              <a:path w="10694669" h="1025525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B9C08105-8D0E-7846-8ACC-EA6AF08A9C3B}"/>
              </a:ext>
            </a:extLst>
          </p:cNvPr>
          <p:cNvSpPr/>
          <p:nvPr userDrawn="1"/>
        </p:nvSpPr>
        <p:spPr>
          <a:xfrm>
            <a:off x="7815028" y="9029006"/>
            <a:ext cx="3477895" cy="864869"/>
          </a:xfrm>
          <a:custGeom>
            <a:avLst/>
            <a:gdLst/>
            <a:ahLst/>
            <a:cxnLst/>
            <a:rect l="l" t="t" r="r" b="b"/>
            <a:pathLst>
              <a:path w="3477895" h="864870">
                <a:moveTo>
                  <a:pt x="743635" y="406793"/>
                </a:moveTo>
                <a:lnTo>
                  <a:pt x="740346" y="345351"/>
                </a:lnTo>
                <a:lnTo>
                  <a:pt x="730719" y="289318"/>
                </a:lnTo>
                <a:lnTo>
                  <a:pt x="715162" y="238620"/>
                </a:lnTo>
                <a:lnTo>
                  <a:pt x="694055" y="193154"/>
                </a:lnTo>
                <a:lnTo>
                  <a:pt x="667804" y="152844"/>
                </a:lnTo>
                <a:lnTo>
                  <a:pt x="636803" y="117602"/>
                </a:lnTo>
                <a:lnTo>
                  <a:pt x="601421" y="87325"/>
                </a:lnTo>
                <a:lnTo>
                  <a:pt x="565569" y="63233"/>
                </a:lnTo>
                <a:lnTo>
                  <a:pt x="542772" y="51714"/>
                </a:lnTo>
                <a:lnTo>
                  <a:pt x="542772" y="413016"/>
                </a:lnTo>
                <a:lnTo>
                  <a:pt x="539419" y="470103"/>
                </a:lnTo>
                <a:lnTo>
                  <a:pt x="529577" y="520890"/>
                </a:lnTo>
                <a:lnTo>
                  <a:pt x="513562" y="565442"/>
                </a:lnTo>
                <a:lnTo>
                  <a:pt x="491693" y="603796"/>
                </a:lnTo>
                <a:lnTo>
                  <a:pt x="464312" y="636041"/>
                </a:lnTo>
                <a:lnTo>
                  <a:pt x="431723" y="662216"/>
                </a:lnTo>
                <a:lnTo>
                  <a:pt x="394246" y="682383"/>
                </a:lnTo>
                <a:lnTo>
                  <a:pt x="352221" y="696620"/>
                </a:lnTo>
                <a:lnTo>
                  <a:pt x="305955" y="704964"/>
                </a:lnTo>
                <a:lnTo>
                  <a:pt x="255765" y="707478"/>
                </a:lnTo>
                <a:lnTo>
                  <a:pt x="238239" y="707415"/>
                </a:lnTo>
                <a:lnTo>
                  <a:pt x="220370" y="707009"/>
                </a:lnTo>
                <a:lnTo>
                  <a:pt x="203644" y="705891"/>
                </a:lnTo>
                <a:lnTo>
                  <a:pt x="189598" y="703707"/>
                </a:lnTo>
                <a:lnTo>
                  <a:pt x="189598" y="153466"/>
                </a:lnTo>
                <a:lnTo>
                  <a:pt x="204139" y="150698"/>
                </a:lnTo>
                <a:lnTo>
                  <a:pt x="223329" y="148285"/>
                </a:lnTo>
                <a:lnTo>
                  <a:pt x="247205" y="146583"/>
                </a:lnTo>
                <a:lnTo>
                  <a:pt x="275742" y="145935"/>
                </a:lnTo>
                <a:lnTo>
                  <a:pt x="328282" y="149136"/>
                </a:lnTo>
                <a:lnTo>
                  <a:pt x="375869" y="158788"/>
                </a:lnTo>
                <a:lnTo>
                  <a:pt x="418185" y="174967"/>
                </a:lnTo>
                <a:lnTo>
                  <a:pt x="454888" y="197739"/>
                </a:lnTo>
                <a:lnTo>
                  <a:pt x="485648" y="227177"/>
                </a:lnTo>
                <a:lnTo>
                  <a:pt x="510146" y="263347"/>
                </a:lnTo>
                <a:lnTo>
                  <a:pt x="528053" y="306336"/>
                </a:lnTo>
                <a:lnTo>
                  <a:pt x="539038" y="356196"/>
                </a:lnTo>
                <a:lnTo>
                  <a:pt x="542772" y="413016"/>
                </a:lnTo>
                <a:lnTo>
                  <a:pt x="542772" y="51714"/>
                </a:lnTo>
                <a:lnTo>
                  <a:pt x="482523" y="27292"/>
                </a:lnTo>
                <a:lnTo>
                  <a:pt x="434238" y="15125"/>
                </a:lnTo>
                <a:lnTo>
                  <a:pt x="380707" y="6616"/>
                </a:lnTo>
                <a:lnTo>
                  <a:pt x="321398" y="1625"/>
                </a:lnTo>
                <a:lnTo>
                  <a:pt x="255765" y="0"/>
                </a:lnTo>
                <a:lnTo>
                  <a:pt x="199453" y="749"/>
                </a:lnTo>
                <a:lnTo>
                  <a:pt x="144881" y="2997"/>
                </a:lnTo>
                <a:lnTo>
                  <a:pt x="92887" y="6743"/>
                </a:lnTo>
                <a:lnTo>
                  <a:pt x="44323" y="11976"/>
                </a:lnTo>
                <a:lnTo>
                  <a:pt x="0" y="18719"/>
                </a:lnTo>
                <a:lnTo>
                  <a:pt x="0" y="843470"/>
                </a:lnTo>
                <a:lnTo>
                  <a:pt x="39331" y="848067"/>
                </a:lnTo>
                <a:lnTo>
                  <a:pt x="88277" y="852055"/>
                </a:lnTo>
                <a:lnTo>
                  <a:pt x="147027" y="854887"/>
                </a:lnTo>
                <a:lnTo>
                  <a:pt x="215836" y="855954"/>
                </a:lnTo>
                <a:lnTo>
                  <a:pt x="276225" y="854316"/>
                </a:lnTo>
                <a:lnTo>
                  <a:pt x="333705" y="849350"/>
                </a:lnTo>
                <a:lnTo>
                  <a:pt x="388048" y="841019"/>
                </a:lnTo>
                <a:lnTo>
                  <a:pt x="439051" y="829284"/>
                </a:lnTo>
                <a:lnTo>
                  <a:pt x="486473" y="814108"/>
                </a:lnTo>
                <a:lnTo>
                  <a:pt x="530123" y="795426"/>
                </a:lnTo>
                <a:lnTo>
                  <a:pt x="569747" y="773214"/>
                </a:lnTo>
                <a:lnTo>
                  <a:pt x="605155" y="747420"/>
                </a:lnTo>
                <a:lnTo>
                  <a:pt x="634022" y="719683"/>
                </a:lnTo>
                <a:lnTo>
                  <a:pt x="644169" y="707478"/>
                </a:lnTo>
                <a:lnTo>
                  <a:pt x="660463" y="687882"/>
                </a:lnTo>
                <a:lnTo>
                  <a:pt x="684047" y="651916"/>
                </a:lnTo>
                <a:lnTo>
                  <a:pt x="704329" y="611720"/>
                </a:lnTo>
                <a:lnTo>
                  <a:pt x="720864" y="567194"/>
                </a:lnTo>
                <a:lnTo>
                  <a:pt x="733221" y="518261"/>
                </a:lnTo>
                <a:lnTo>
                  <a:pt x="740968" y="464820"/>
                </a:lnTo>
                <a:lnTo>
                  <a:pt x="743635" y="406793"/>
                </a:lnTo>
                <a:close/>
              </a:path>
              <a:path w="3477895" h="864870">
                <a:moveTo>
                  <a:pt x="1394968" y="847204"/>
                </a:moveTo>
                <a:lnTo>
                  <a:pt x="1393126" y="806246"/>
                </a:lnTo>
                <a:lnTo>
                  <a:pt x="1391513" y="760018"/>
                </a:lnTo>
                <a:lnTo>
                  <a:pt x="1390370" y="708418"/>
                </a:lnTo>
                <a:lnTo>
                  <a:pt x="1389938" y="651319"/>
                </a:lnTo>
                <a:lnTo>
                  <a:pt x="1389938" y="237070"/>
                </a:lnTo>
                <a:lnTo>
                  <a:pt x="1200277" y="237070"/>
                </a:lnTo>
                <a:lnTo>
                  <a:pt x="1200277" y="600151"/>
                </a:lnTo>
                <a:lnTo>
                  <a:pt x="1199819" y="611860"/>
                </a:lnTo>
                <a:lnTo>
                  <a:pt x="1180630" y="664324"/>
                </a:lnTo>
                <a:lnTo>
                  <a:pt x="1133335" y="701357"/>
                </a:lnTo>
                <a:lnTo>
                  <a:pt x="1097978" y="707478"/>
                </a:lnTo>
                <a:lnTo>
                  <a:pt x="1054544" y="697712"/>
                </a:lnTo>
                <a:lnTo>
                  <a:pt x="1024686" y="669582"/>
                </a:lnTo>
                <a:lnTo>
                  <a:pt x="1007452" y="624840"/>
                </a:lnTo>
                <a:lnTo>
                  <a:pt x="1001915" y="565238"/>
                </a:lnTo>
                <a:lnTo>
                  <a:pt x="1001915" y="237070"/>
                </a:lnTo>
                <a:lnTo>
                  <a:pt x="812266" y="237070"/>
                </a:lnTo>
                <a:lnTo>
                  <a:pt x="812266" y="595160"/>
                </a:lnTo>
                <a:lnTo>
                  <a:pt x="816368" y="660679"/>
                </a:lnTo>
                <a:lnTo>
                  <a:pt x="828255" y="716178"/>
                </a:lnTo>
                <a:lnTo>
                  <a:pt x="847267" y="762063"/>
                </a:lnTo>
                <a:lnTo>
                  <a:pt x="872769" y="798715"/>
                </a:lnTo>
                <a:lnTo>
                  <a:pt x="904125" y="826541"/>
                </a:lnTo>
                <a:lnTo>
                  <a:pt x="940689" y="845921"/>
                </a:lnTo>
                <a:lnTo>
                  <a:pt x="981811" y="857275"/>
                </a:lnTo>
                <a:lnTo>
                  <a:pt x="1026845" y="860958"/>
                </a:lnTo>
                <a:lnTo>
                  <a:pt x="1086599" y="854176"/>
                </a:lnTo>
                <a:lnTo>
                  <a:pt x="1134656" y="836599"/>
                </a:lnTo>
                <a:lnTo>
                  <a:pt x="1171943" y="812444"/>
                </a:lnTo>
                <a:lnTo>
                  <a:pt x="1199349" y="785888"/>
                </a:lnTo>
                <a:lnTo>
                  <a:pt x="1217764" y="761123"/>
                </a:lnTo>
                <a:lnTo>
                  <a:pt x="1221486" y="761123"/>
                </a:lnTo>
                <a:lnTo>
                  <a:pt x="1230261" y="847204"/>
                </a:lnTo>
                <a:lnTo>
                  <a:pt x="1394968" y="847204"/>
                </a:lnTo>
                <a:close/>
              </a:path>
              <a:path w="3477895" h="864870">
                <a:moveTo>
                  <a:pt x="2097112" y="536511"/>
                </a:moveTo>
                <a:lnTo>
                  <a:pt x="2094064" y="487603"/>
                </a:lnTo>
                <a:lnTo>
                  <a:pt x="2085124" y="441807"/>
                </a:lnTo>
                <a:lnTo>
                  <a:pt x="2070569" y="399427"/>
                </a:lnTo>
                <a:lnTo>
                  <a:pt x="2050681" y="360819"/>
                </a:lnTo>
                <a:lnTo>
                  <a:pt x="2049614" y="359359"/>
                </a:lnTo>
                <a:lnTo>
                  <a:pt x="2025751" y="326301"/>
                </a:lnTo>
                <a:lnTo>
                  <a:pt x="1996071" y="296202"/>
                </a:lnTo>
                <a:lnTo>
                  <a:pt x="1961934" y="270840"/>
                </a:lnTo>
                <a:lnTo>
                  <a:pt x="1923605" y="250532"/>
                </a:lnTo>
                <a:lnTo>
                  <a:pt x="1899958" y="242189"/>
                </a:lnTo>
                <a:lnTo>
                  <a:pt x="1899958" y="541528"/>
                </a:lnTo>
                <a:lnTo>
                  <a:pt x="1894560" y="602767"/>
                </a:lnTo>
                <a:lnTo>
                  <a:pt x="1878926" y="653516"/>
                </a:lnTo>
                <a:lnTo>
                  <a:pt x="1853895" y="691984"/>
                </a:lnTo>
                <a:lnTo>
                  <a:pt x="1820291" y="716381"/>
                </a:lnTo>
                <a:lnTo>
                  <a:pt x="1778939" y="724916"/>
                </a:lnTo>
                <a:lnTo>
                  <a:pt x="1777720" y="724916"/>
                </a:lnTo>
                <a:lnTo>
                  <a:pt x="1734197" y="715911"/>
                </a:lnTo>
                <a:lnTo>
                  <a:pt x="1699729" y="690626"/>
                </a:lnTo>
                <a:lnTo>
                  <a:pt x="1674660" y="651637"/>
                </a:lnTo>
                <a:lnTo>
                  <a:pt x="1659369" y="601484"/>
                </a:lnTo>
                <a:lnTo>
                  <a:pt x="1654187" y="542772"/>
                </a:lnTo>
                <a:lnTo>
                  <a:pt x="1657184" y="497560"/>
                </a:lnTo>
                <a:lnTo>
                  <a:pt x="1666570" y="454748"/>
                </a:lnTo>
                <a:lnTo>
                  <a:pt x="1682877" y="416915"/>
                </a:lnTo>
                <a:lnTo>
                  <a:pt x="1706676" y="386676"/>
                </a:lnTo>
                <a:lnTo>
                  <a:pt x="1778939" y="359359"/>
                </a:lnTo>
                <a:lnTo>
                  <a:pt x="1824596" y="369684"/>
                </a:lnTo>
                <a:lnTo>
                  <a:pt x="1858733" y="397611"/>
                </a:lnTo>
                <a:lnTo>
                  <a:pt x="1882152" y="438594"/>
                </a:lnTo>
                <a:lnTo>
                  <a:pt x="1895640" y="488086"/>
                </a:lnTo>
                <a:lnTo>
                  <a:pt x="1899958" y="541528"/>
                </a:lnTo>
                <a:lnTo>
                  <a:pt x="1899958" y="242189"/>
                </a:lnTo>
                <a:lnTo>
                  <a:pt x="1881390" y="235635"/>
                </a:lnTo>
                <a:lnTo>
                  <a:pt x="1835569" y="226453"/>
                </a:lnTo>
                <a:lnTo>
                  <a:pt x="1786420" y="223316"/>
                </a:lnTo>
                <a:lnTo>
                  <a:pt x="1734375" y="226402"/>
                </a:lnTo>
                <a:lnTo>
                  <a:pt x="1685937" y="235483"/>
                </a:lnTo>
                <a:lnTo>
                  <a:pt x="1641424" y="250329"/>
                </a:lnTo>
                <a:lnTo>
                  <a:pt x="1601089" y="270675"/>
                </a:lnTo>
                <a:lnTo>
                  <a:pt x="1565224" y="296278"/>
                </a:lnTo>
                <a:lnTo>
                  <a:pt x="1534109" y="326898"/>
                </a:lnTo>
                <a:lnTo>
                  <a:pt x="1508010" y="362280"/>
                </a:lnTo>
                <a:lnTo>
                  <a:pt x="1487233" y="402170"/>
                </a:lnTo>
                <a:lnTo>
                  <a:pt x="1472044" y="446328"/>
                </a:lnTo>
                <a:lnTo>
                  <a:pt x="1462722" y="494512"/>
                </a:lnTo>
                <a:lnTo>
                  <a:pt x="1459547" y="546468"/>
                </a:lnTo>
                <a:lnTo>
                  <a:pt x="1462874" y="598233"/>
                </a:lnTo>
                <a:lnTo>
                  <a:pt x="1472590" y="645896"/>
                </a:lnTo>
                <a:lnTo>
                  <a:pt x="1488224" y="689216"/>
                </a:lnTo>
                <a:lnTo>
                  <a:pt x="1509369" y="728091"/>
                </a:lnTo>
                <a:lnTo>
                  <a:pt x="1535582" y="762330"/>
                </a:lnTo>
                <a:lnTo>
                  <a:pt x="1566443" y="791756"/>
                </a:lnTo>
                <a:lnTo>
                  <a:pt x="1601508" y="816216"/>
                </a:lnTo>
                <a:lnTo>
                  <a:pt x="1640344" y="835533"/>
                </a:lnTo>
                <a:lnTo>
                  <a:pt x="1682521" y="849541"/>
                </a:lnTo>
                <a:lnTo>
                  <a:pt x="1727619" y="858075"/>
                </a:lnTo>
                <a:lnTo>
                  <a:pt x="1775180" y="860958"/>
                </a:lnTo>
                <a:lnTo>
                  <a:pt x="1776425" y="860958"/>
                </a:lnTo>
                <a:lnTo>
                  <a:pt x="1820456" y="858405"/>
                </a:lnTo>
                <a:lnTo>
                  <a:pt x="1863610" y="850696"/>
                </a:lnTo>
                <a:lnTo>
                  <a:pt x="1905177" y="837768"/>
                </a:lnTo>
                <a:lnTo>
                  <a:pt x="1944458" y="819518"/>
                </a:lnTo>
                <a:lnTo>
                  <a:pt x="1980780" y="795896"/>
                </a:lnTo>
                <a:lnTo>
                  <a:pt x="2013419" y="766787"/>
                </a:lnTo>
                <a:lnTo>
                  <a:pt x="2041690" y="732142"/>
                </a:lnTo>
                <a:lnTo>
                  <a:pt x="2064893" y="691870"/>
                </a:lnTo>
                <a:lnTo>
                  <a:pt x="2082330" y="645871"/>
                </a:lnTo>
                <a:lnTo>
                  <a:pt x="2093302" y="594131"/>
                </a:lnTo>
                <a:lnTo>
                  <a:pt x="2097112" y="536511"/>
                </a:lnTo>
                <a:close/>
              </a:path>
              <a:path w="3477895" h="864870">
                <a:moveTo>
                  <a:pt x="2656205" y="247065"/>
                </a:moveTo>
                <a:lnTo>
                  <a:pt x="2623756" y="237032"/>
                </a:lnTo>
                <a:lnTo>
                  <a:pt x="2587587" y="229565"/>
                </a:lnTo>
                <a:lnTo>
                  <a:pt x="2549537" y="224917"/>
                </a:lnTo>
                <a:lnTo>
                  <a:pt x="2511463" y="223316"/>
                </a:lnTo>
                <a:lnTo>
                  <a:pt x="2456891" y="226301"/>
                </a:lnTo>
                <a:lnTo>
                  <a:pt x="2406751" y="234962"/>
                </a:lnTo>
                <a:lnTo>
                  <a:pt x="2361095" y="248920"/>
                </a:lnTo>
                <a:lnTo>
                  <a:pt x="2319985" y="267779"/>
                </a:lnTo>
                <a:lnTo>
                  <a:pt x="2283485" y="291147"/>
                </a:lnTo>
                <a:lnTo>
                  <a:pt x="2251646" y="318617"/>
                </a:lnTo>
                <a:lnTo>
                  <a:pt x="2224557" y="349808"/>
                </a:lnTo>
                <a:lnTo>
                  <a:pt x="2202243" y="384327"/>
                </a:lnTo>
                <a:lnTo>
                  <a:pt x="2184781" y="421779"/>
                </a:lnTo>
                <a:lnTo>
                  <a:pt x="2172246" y="461759"/>
                </a:lnTo>
                <a:lnTo>
                  <a:pt x="2164664" y="503885"/>
                </a:lnTo>
                <a:lnTo>
                  <a:pt x="2162137" y="547763"/>
                </a:lnTo>
                <a:lnTo>
                  <a:pt x="2165210" y="598373"/>
                </a:lnTo>
                <a:lnTo>
                  <a:pt x="2174303" y="645236"/>
                </a:lnTo>
                <a:lnTo>
                  <a:pt x="2189137" y="688111"/>
                </a:lnTo>
                <a:lnTo>
                  <a:pt x="2209482" y="726795"/>
                </a:lnTo>
                <a:lnTo>
                  <a:pt x="2235085" y="761034"/>
                </a:lnTo>
                <a:lnTo>
                  <a:pt x="2265692" y="790625"/>
                </a:lnTo>
                <a:lnTo>
                  <a:pt x="2301075" y="815352"/>
                </a:lnTo>
                <a:lnTo>
                  <a:pt x="2340965" y="834961"/>
                </a:lnTo>
                <a:lnTo>
                  <a:pt x="2385123" y="849249"/>
                </a:lnTo>
                <a:lnTo>
                  <a:pt x="2433320" y="857986"/>
                </a:lnTo>
                <a:lnTo>
                  <a:pt x="2485275" y="860958"/>
                </a:lnTo>
                <a:lnTo>
                  <a:pt x="2537599" y="858761"/>
                </a:lnTo>
                <a:lnTo>
                  <a:pt x="2584640" y="852703"/>
                </a:lnTo>
                <a:lnTo>
                  <a:pt x="2624442" y="843597"/>
                </a:lnTo>
                <a:lnTo>
                  <a:pt x="2632506" y="692505"/>
                </a:lnTo>
                <a:lnTo>
                  <a:pt x="2609748" y="700887"/>
                </a:lnTo>
                <a:lnTo>
                  <a:pt x="2584310" y="707174"/>
                </a:lnTo>
                <a:lnTo>
                  <a:pt x="2555811" y="711098"/>
                </a:lnTo>
                <a:lnTo>
                  <a:pt x="2523909" y="712470"/>
                </a:lnTo>
                <a:lnTo>
                  <a:pt x="2479484" y="707517"/>
                </a:lnTo>
                <a:lnTo>
                  <a:pt x="2439555" y="692785"/>
                </a:lnTo>
                <a:lnTo>
                  <a:pt x="2405710" y="668489"/>
                </a:lnTo>
                <a:lnTo>
                  <a:pt x="2379548" y="634834"/>
                </a:lnTo>
                <a:lnTo>
                  <a:pt x="2362695" y="592023"/>
                </a:lnTo>
                <a:lnTo>
                  <a:pt x="2356713" y="540283"/>
                </a:lnTo>
                <a:lnTo>
                  <a:pt x="2361463" y="492950"/>
                </a:lnTo>
                <a:lnTo>
                  <a:pt x="2376360" y="451586"/>
                </a:lnTo>
                <a:lnTo>
                  <a:pt x="2400566" y="417360"/>
                </a:lnTo>
                <a:lnTo>
                  <a:pt x="2433180" y="391452"/>
                </a:lnTo>
                <a:lnTo>
                  <a:pt x="2473350" y="375043"/>
                </a:lnTo>
                <a:lnTo>
                  <a:pt x="2520213" y="369303"/>
                </a:lnTo>
                <a:lnTo>
                  <a:pt x="2554694" y="370827"/>
                </a:lnTo>
                <a:lnTo>
                  <a:pt x="2583548" y="374929"/>
                </a:lnTo>
                <a:lnTo>
                  <a:pt x="2607246" y="380911"/>
                </a:lnTo>
                <a:lnTo>
                  <a:pt x="2626271" y="388061"/>
                </a:lnTo>
                <a:lnTo>
                  <a:pt x="2656205" y="247065"/>
                </a:lnTo>
                <a:close/>
              </a:path>
              <a:path w="3477895" h="864870">
                <a:moveTo>
                  <a:pt x="3477476" y="72466"/>
                </a:moveTo>
                <a:lnTo>
                  <a:pt x="3301720" y="72466"/>
                </a:lnTo>
                <a:lnTo>
                  <a:pt x="3301720" y="521081"/>
                </a:lnTo>
                <a:lnTo>
                  <a:pt x="3297517" y="583844"/>
                </a:lnTo>
                <a:lnTo>
                  <a:pt x="3285109" y="634695"/>
                </a:lnTo>
                <a:lnTo>
                  <a:pt x="3264738" y="673836"/>
                </a:lnTo>
                <a:lnTo>
                  <a:pt x="3236658" y="701522"/>
                </a:lnTo>
                <a:lnTo>
                  <a:pt x="3201111" y="717969"/>
                </a:lnTo>
                <a:lnTo>
                  <a:pt x="3158363" y="723404"/>
                </a:lnTo>
                <a:lnTo>
                  <a:pt x="3116605" y="717727"/>
                </a:lnTo>
                <a:lnTo>
                  <a:pt x="3081705" y="700760"/>
                </a:lnTo>
                <a:lnTo>
                  <a:pt x="3054019" y="672541"/>
                </a:lnTo>
                <a:lnTo>
                  <a:pt x="3033852" y="633145"/>
                </a:lnTo>
                <a:lnTo>
                  <a:pt x="3021507" y="582637"/>
                </a:lnTo>
                <a:lnTo>
                  <a:pt x="3017329" y="521081"/>
                </a:lnTo>
                <a:lnTo>
                  <a:pt x="3017329" y="72466"/>
                </a:lnTo>
                <a:lnTo>
                  <a:pt x="2840393" y="72466"/>
                </a:lnTo>
                <a:lnTo>
                  <a:pt x="2840393" y="507225"/>
                </a:lnTo>
                <a:lnTo>
                  <a:pt x="2842780" y="566483"/>
                </a:lnTo>
                <a:lnTo>
                  <a:pt x="2849867" y="620014"/>
                </a:lnTo>
                <a:lnTo>
                  <a:pt x="2861526" y="667931"/>
                </a:lnTo>
                <a:lnTo>
                  <a:pt x="2877655" y="710349"/>
                </a:lnTo>
                <a:lnTo>
                  <a:pt x="2898114" y="747369"/>
                </a:lnTo>
                <a:lnTo>
                  <a:pt x="2922778" y="779094"/>
                </a:lnTo>
                <a:lnTo>
                  <a:pt x="2951556" y="805637"/>
                </a:lnTo>
                <a:lnTo>
                  <a:pt x="2984296" y="827125"/>
                </a:lnTo>
                <a:lnTo>
                  <a:pt x="3020885" y="843635"/>
                </a:lnTo>
                <a:lnTo>
                  <a:pt x="3061220" y="855294"/>
                </a:lnTo>
                <a:lnTo>
                  <a:pt x="3105162" y="862215"/>
                </a:lnTo>
                <a:lnTo>
                  <a:pt x="3152584" y="864501"/>
                </a:lnTo>
                <a:lnTo>
                  <a:pt x="3201733" y="862114"/>
                </a:lnTo>
                <a:lnTo>
                  <a:pt x="3247313" y="854900"/>
                </a:lnTo>
                <a:lnTo>
                  <a:pt x="3289198" y="842860"/>
                </a:lnTo>
                <a:lnTo>
                  <a:pt x="3327260" y="825919"/>
                </a:lnTo>
                <a:lnTo>
                  <a:pt x="3361347" y="804037"/>
                </a:lnTo>
                <a:lnTo>
                  <a:pt x="3391344" y="777201"/>
                </a:lnTo>
                <a:lnTo>
                  <a:pt x="3417100" y="745350"/>
                </a:lnTo>
                <a:lnTo>
                  <a:pt x="3438474" y="708444"/>
                </a:lnTo>
                <a:lnTo>
                  <a:pt x="3455327" y="666445"/>
                </a:lnTo>
                <a:lnTo>
                  <a:pt x="3467544" y="619328"/>
                </a:lnTo>
                <a:lnTo>
                  <a:pt x="3474974" y="567029"/>
                </a:lnTo>
                <a:lnTo>
                  <a:pt x="3477476" y="509524"/>
                </a:lnTo>
                <a:lnTo>
                  <a:pt x="3477476" y="72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object 8">
            <a:extLst>
              <a:ext uri="{FF2B5EF4-FFF2-40B4-BE49-F238E27FC236}">
                <a16:creationId xmlns:a16="http://schemas.microsoft.com/office/drawing/2014/main" id="{14D9949F-15A1-AC4D-B42E-F0B596CEAB45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876" y="8778875"/>
            <a:ext cx="1554405" cy="1150620"/>
          </a:xfrm>
          <a:prstGeom prst="rect">
            <a:avLst/>
          </a:prstGeom>
        </p:spPr>
      </p:pic>
      <p:sp>
        <p:nvSpPr>
          <p:cNvPr id="30" name="Marcador de texto 8">
            <a:extLst>
              <a:ext uri="{FF2B5EF4-FFF2-40B4-BE49-F238E27FC236}">
                <a16:creationId xmlns:a16="http://schemas.microsoft.com/office/drawing/2014/main" id="{D8298CF0-1D54-6247-B7EE-D42E3B9F8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8402" y="6287962"/>
            <a:ext cx="10649035" cy="830997"/>
          </a:xfrm>
        </p:spPr>
        <p:txBody>
          <a:bodyPr/>
          <a:lstStyle>
            <a:lvl1pPr algn="ctr">
              <a:defRPr sz="5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SUBTITULO: LOREN IPSUM</a:t>
            </a:r>
            <a:endParaRPr lang="es-CL" dirty="0"/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6A6FEFC9-11EC-B84F-A8C2-5DF3FAB58E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050" y="5133092"/>
            <a:ext cx="11429999" cy="923330"/>
          </a:xfrm>
        </p:spPr>
        <p:txBody>
          <a:bodyPr/>
          <a:lstStyle>
            <a:lvl1pPr algn="ctr"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TÍTULO: LOREM IPSUM</a:t>
            </a:r>
            <a:endParaRPr lang="es-CL" dirty="0"/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C429B471-41F5-B54F-BE9E-5E63FBAF29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2767" y="7563485"/>
            <a:ext cx="10694988" cy="492443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3200" b="0" spc="10" dirty="0">
                <a:latin typeface="Arial"/>
                <a:cs typeface="Arial"/>
              </a:rPr>
              <a:t>Lorem ipsum </a:t>
            </a:r>
            <a:r>
              <a:rPr lang="es-CL" sz="3200" b="0" spc="5" dirty="0">
                <a:latin typeface="Arial"/>
                <a:cs typeface="Arial"/>
              </a:rPr>
              <a:t>dolor sit </a:t>
            </a:r>
            <a:r>
              <a:rPr lang="es-CL" sz="3200" b="0" spc="10" dirty="0">
                <a:latin typeface="Arial"/>
                <a:cs typeface="Arial"/>
              </a:rPr>
              <a:t>amet, consectetuer </a:t>
            </a:r>
            <a:r>
              <a:rPr lang="es-CL" sz="3200" b="0" spc="5" dirty="0">
                <a:latin typeface="Arial"/>
                <a:cs typeface="Arial"/>
              </a:rPr>
              <a:t>adipiscing </a:t>
            </a:r>
            <a:r>
              <a:rPr lang="es-CL" sz="32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BA8542-890F-EA40-B8CD-356F1585BC4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72C656-E25F-0F4A-AB72-70B904D7896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160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1F1C9A0-37F5-494F-9FCB-5444E5986E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44"/>
            <a:ext cx="20108631" cy="11312694"/>
          </a:xfrm>
          <a:prstGeom prst="rect">
            <a:avLst/>
          </a:prstGeom>
        </p:spPr>
      </p:pic>
      <p:grpSp>
        <p:nvGrpSpPr>
          <p:cNvPr id="9" name="object 11">
            <a:extLst>
              <a:ext uri="{FF2B5EF4-FFF2-40B4-BE49-F238E27FC236}">
                <a16:creationId xmlns:a16="http://schemas.microsoft.com/office/drawing/2014/main" id="{F166766B-EAA7-DD43-A756-F4605AA9A22B}"/>
              </a:ext>
            </a:extLst>
          </p:cNvPr>
          <p:cNvGrpSpPr/>
          <p:nvPr userDrawn="1"/>
        </p:nvGrpSpPr>
        <p:grpSpPr>
          <a:xfrm>
            <a:off x="8375650" y="10531475"/>
            <a:ext cx="3894979" cy="335915"/>
            <a:chOff x="8592670" y="10723202"/>
            <a:chExt cx="3894979" cy="335915"/>
          </a:xfrm>
        </p:grpSpPr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8372457F-8480-5A42-9339-5701E381A19E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594035F5-CD25-AD4C-AD04-CC0D37060337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F387536A-024F-824B-BD2E-CF6404A6B02F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7AF94EA7-F99B-B541-A7A5-AA92B6A03FC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489F400A-C9E0-5F48-9300-F410CF81D755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AD94903A-7831-D04D-ABA1-93604CF406FB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7CD05F3A-E5BA-D742-8A2E-AD10596914C4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47DC6E99-BAC6-934E-87F8-656482BB4E24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B9C09E91-A869-334B-8CD8-A499C62CB153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2">
            <a:extLst>
              <a:ext uri="{FF2B5EF4-FFF2-40B4-BE49-F238E27FC236}">
                <a16:creationId xmlns:a16="http://schemas.microsoft.com/office/drawing/2014/main" id="{A0B885A4-9375-EA40-9DB9-9EEF31B074A9}"/>
              </a:ext>
            </a:extLst>
          </p:cNvPr>
          <p:cNvSpPr/>
          <p:nvPr userDrawn="1"/>
        </p:nvSpPr>
        <p:spPr>
          <a:xfrm>
            <a:off x="5092767" y="7254875"/>
            <a:ext cx="10694670" cy="53340"/>
          </a:xfrm>
          <a:custGeom>
            <a:avLst/>
            <a:gdLst/>
            <a:ahLst/>
            <a:cxnLst/>
            <a:rect l="l" t="t" r="r" b="b"/>
            <a:pathLst>
              <a:path w="10694669" h="53340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3DF417FE-825D-8D41-8EF5-B5AA503D5EA8}"/>
              </a:ext>
            </a:extLst>
          </p:cNvPr>
          <p:cNvSpPr/>
          <p:nvPr userDrawn="1"/>
        </p:nvSpPr>
        <p:spPr>
          <a:xfrm>
            <a:off x="5092767" y="6209204"/>
            <a:ext cx="10694670" cy="1045671"/>
          </a:xfrm>
          <a:custGeom>
            <a:avLst/>
            <a:gdLst/>
            <a:ahLst/>
            <a:cxnLst/>
            <a:rect l="l" t="t" r="r" b="b"/>
            <a:pathLst>
              <a:path w="10694669" h="1025525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B9C08105-8D0E-7846-8ACC-EA6AF08A9C3B}"/>
              </a:ext>
            </a:extLst>
          </p:cNvPr>
          <p:cNvSpPr/>
          <p:nvPr userDrawn="1"/>
        </p:nvSpPr>
        <p:spPr>
          <a:xfrm>
            <a:off x="7815028" y="9029006"/>
            <a:ext cx="3477895" cy="864869"/>
          </a:xfrm>
          <a:custGeom>
            <a:avLst/>
            <a:gdLst/>
            <a:ahLst/>
            <a:cxnLst/>
            <a:rect l="l" t="t" r="r" b="b"/>
            <a:pathLst>
              <a:path w="3477895" h="864870">
                <a:moveTo>
                  <a:pt x="743635" y="406793"/>
                </a:moveTo>
                <a:lnTo>
                  <a:pt x="740346" y="345351"/>
                </a:lnTo>
                <a:lnTo>
                  <a:pt x="730719" y="289318"/>
                </a:lnTo>
                <a:lnTo>
                  <a:pt x="715162" y="238620"/>
                </a:lnTo>
                <a:lnTo>
                  <a:pt x="694055" y="193154"/>
                </a:lnTo>
                <a:lnTo>
                  <a:pt x="667804" y="152844"/>
                </a:lnTo>
                <a:lnTo>
                  <a:pt x="636803" y="117602"/>
                </a:lnTo>
                <a:lnTo>
                  <a:pt x="601421" y="87325"/>
                </a:lnTo>
                <a:lnTo>
                  <a:pt x="565569" y="63233"/>
                </a:lnTo>
                <a:lnTo>
                  <a:pt x="542772" y="51714"/>
                </a:lnTo>
                <a:lnTo>
                  <a:pt x="542772" y="413016"/>
                </a:lnTo>
                <a:lnTo>
                  <a:pt x="539419" y="470103"/>
                </a:lnTo>
                <a:lnTo>
                  <a:pt x="529577" y="520890"/>
                </a:lnTo>
                <a:lnTo>
                  <a:pt x="513562" y="565442"/>
                </a:lnTo>
                <a:lnTo>
                  <a:pt x="491693" y="603796"/>
                </a:lnTo>
                <a:lnTo>
                  <a:pt x="464312" y="636041"/>
                </a:lnTo>
                <a:lnTo>
                  <a:pt x="431723" y="662216"/>
                </a:lnTo>
                <a:lnTo>
                  <a:pt x="394246" y="682383"/>
                </a:lnTo>
                <a:lnTo>
                  <a:pt x="352221" y="696620"/>
                </a:lnTo>
                <a:lnTo>
                  <a:pt x="305955" y="704964"/>
                </a:lnTo>
                <a:lnTo>
                  <a:pt x="255765" y="707478"/>
                </a:lnTo>
                <a:lnTo>
                  <a:pt x="238239" y="707415"/>
                </a:lnTo>
                <a:lnTo>
                  <a:pt x="220370" y="707009"/>
                </a:lnTo>
                <a:lnTo>
                  <a:pt x="203644" y="705891"/>
                </a:lnTo>
                <a:lnTo>
                  <a:pt x="189598" y="703707"/>
                </a:lnTo>
                <a:lnTo>
                  <a:pt x="189598" y="153466"/>
                </a:lnTo>
                <a:lnTo>
                  <a:pt x="204139" y="150698"/>
                </a:lnTo>
                <a:lnTo>
                  <a:pt x="223329" y="148285"/>
                </a:lnTo>
                <a:lnTo>
                  <a:pt x="247205" y="146583"/>
                </a:lnTo>
                <a:lnTo>
                  <a:pt x="275742" y="145935"/>
                </a:lnTo>
                <a:lnTo>
                  <a:pt x="328282" y="149136"/>
                </a:lnTo>
                <a:lnTo>
                  <a:pt x="375869" y="158788"/>
                </a:lnTo>
                <a:lnTo>
                  <a:pt x="418185" y="174967"/>
                </a:lnTo>
                <a:lnTo>
                  <a:pt x="454888" y="197739"/>
                </a:lnTo>
                <a:lnTo>
                  <a:pt x="485648" y="227177"/>
                </a:lnTo>
                <a:lnTo>
                  <a:pt x="510146" y="263347"/>
                </a:lnTo>
                <a:lnTo>
                  <a:pt x="528053" y="306336"/>
                </a:lnTo>
                <a:lnTo>
                  <a:pt x="539038" y="356196"/>
                </a:lnTo>
                <a:lnTo>
                  <a:pt x="542772" y="413016"/>
                </a:lnTo>
                <a:lnTo>
                  <a:pt x="542772" y="51714"/>
                </a:lnTo>
                <a:lnTo>
                  <a:pt x="482523" y="27292"/>
                </a:lnTo>
                <a:lnTo>
                  <a:pt x="434238" y="15125"/>
                </a:lnTo>
                <a:lnTo>
                  <a:pt x="380707" y="6616"/>
                </a:lnTo>
                <a:lnTo>
                  <a:pt x="321398" y="1625"/>
                </a:lnTo>
                <a:lnTo>
                  <a:pt x="255765" y="0"/>
                </a:lnTo>
                <a:lnTo>
                  <a:pt x="199453" y="749"/>
                </a:lnTo>
                <a:lnTo>
                  <a:pt x="144881" y="2997"/>
                </a:lnTo>
                <a:lnTo>
                  <a:pt x="92887" y="6743"/>
                </a:lnTo>
                <a:lnTo>
                  <a:pt x="44323" y="11976"/>
                </a:lnTo>
                <a:lnTo>
                  <a:pt x="0" y="18719"/>
                </a:lnTo>
                <a:lnTo>
                  <a:pt x="0" y="843470"/>
                </a:lnTo>
                <a:lnTo>
                  <a:pt x="39331" y="848067"/>
                </a:lnTo>
                <a:lnTo>
                  <a:pt x="88277" y="852055"/>
                </a:lnTo>
                <a:lnTo>
                  <a:pt x="147027" y="854887"/>
                </a:lnTo>
                <a:lnTo>
                  <a:pt x="215836" y="855954"/>
                </a:lnTo>
                <a:lnTo>
                  <a:pt x="276225" y="854316"/>
                </a:lnTo>
                <a:lnTo>
                  <a:pt x="333705" y="849350"/>
                </a:lnTo>
                <a:lnTo>
                  <a:pt x="388048" y="841019"/>
                </a:lnTo>
                <a:lnTo>
                  <a:pt x="439051" y="829284"/>
                </a:lnTo>
                <a:lnTo>
                  <a:pt x="486473" y="814108"/>
                </a:lnTo>
                <a:lnTo>
                  <a:pt x="530123" y="795426"/>
                </a:lnTo>
                <a:lnTo>
                  <a:pt x="569747" y="773214"/>
                </a:lnTo>
                <a:lnTo>
                  <a:pt x="605155" y="747420"/>
                </a:lnTo>
                <a:lnTo>
                  <a:pt x="634022" y="719683"/>
                </a:lnTo>
                <a:lnTo>
                  <a:pt x="644169" y="707478"/>
                </a:lnTo>
                <a:lnTo>
                  <a:pt x="660463" y="687882"/>
                </a:lnTo>
                <a:lnTo>
                  <a:pt x="684047" y="651916"/>
                </a:lnTo>
                <a:lnTo>
                  <a:pt x="704329" y="611720"/>
                </a:lnTo>
                <a:lnTo>
                  <a:pt x="720864" y="567194"/>
                </a:lnTo>
                <a:lnTo>
                  <a:pt x="733221" y="518261"/>
                </a:lnTo>
                <a:lnTo>
                  <a:pt x="740968" y="464820"/>
                </a:lnTo>
                <a:lnTo>
                  <a:pt x="743635" y="406793"/>
                </a:lnTo>
                <a:close/>
              </a:path>
              <a:path w="3477895" h="864870">
                <a:moveTo>
                  <a:pt x="1394968" y="847204"/>
                </a:moveTo>
                <a:lnTo>
                  <a:pt x="1393126" y="806246"/>
                </a:lnTo>
                <a:lnTo>
                  <a:pt x="1391513" y="760018"/>
                </a:lnTo>
                <a:lnTo>
                  <a:pt x="1390370" y="708418"/>
                </a:lnTo>
                <a:lnTo>
                  <a:pt x="1389938" y="651319"/>
                </a:lnTo>
                <a:lnTo>
                  <a:pt x="1389938" y="237070"/>
                </a:lnTo>
                <a:lnTo>
                  <a:pt x="1200277" y="237070"/>
                </a:lnTo>
                <a:lnTo>
                  <a:pt x="1200277" y="600151"/>
                </a:lnTo>
                <a:lnTo>
                  <a:pt x="1199819" y="611860"/>
                </a:lnTo>
                <a:lnTo>
                  <a:pt x="1180630" y="664324"/>
                </a:lnTo>
                <a:lnTo>
                  <a:pt x="1133335" y="701357"/>
                </a:lnTo>
                <a:lnTo>
                  <a:pt x="1097978" y="707478"/>
                </a:lnTo>
                <a:lnTo>
                  <a:pt x="1054544" y="697712"/>
                </a:lnTo>
                <a:lnTo>
                  <a:pt x="1024686" y="669582"/>
                </a:lnTo>
                <a:lnTo>
                  <a:pt x="1007452" y="624840"/>
                </a:lnTo>
                <a:lnTo>
                  <a:pt x="1001915" y="565238"/>
                </a:lnTo>
                <a:lnTo>
                  <a:pt x="1001915" y="237070"/>
                </a:lnTo>
                <a:lnTo>
                  <a:pt x="812266" y="237070"/>
                </a:lnTo>
                <a:lnTo>
                  <a:pt x="812266" y="595160"/>
                </a:lnTo>
                <a:lnTo>
                  <a:pt x="816368" y="660679"/>
                </a:lnTo>
                <a:lnTo>
                  <a:pt x="828255" y="716178"/>
                </a:lnTo>
                <a:lnTo>
                  <a:pt x="847267" y="762063"/>
                </a:lnTo>
                <a:lnTo>
                  <a:pt x="872769" y="798715"/>
                </a:lnTo>
                <a:lnTo>
                  <a:pt x="904125" y="826541"/>
                </a:lnTo>
                <a:lnTo>
                  <a:pt x="940689" y="845921"/>
                </a:lnTo>
                <a:lnTo>
                  <a:pt x="981811" y="857275"/>
                </a:lnTo>
                <a:lnTo>
                  <a:pt x="1026845" y="860958"/>
                </a:lnTo>
                <a:lnTo>
                  <a:pt x="1086599" y="854176"/>
                </a:lnTo>
                <a:lnTo>
                  <a:pt x="1134656" y="836599"/>
                </a:lnTo>
                <a:lnTo>
                  <a:pt x="1171943" y="812444"/>
                </a:lnTo>
                <a:lnTo>
                  <a:pt x="1199349" y="785888"/>
                </a:lnTo>
                <a:lnTo>
                  <a:pt x="1217764" y="761123"/>
                </a:lnTo>
                <a:lnTo>
                  <a:pt x="1221486" y="761123"/>
                </a:lnTo>
                <a:lnTo>
                  <a:pt x="1230261" y="847204"/>
                </a:lnTo>
                <a:lnTo>
                  <a:pt x="1394968" y="847204"/>
                </a:lnTo>
                <a:close/>
              </a:path>
              <a:path w="3477895" h="864870">
                <a:moveTo>
                  <a:pt x="2097112" y="536511"/>
                </a:moveTo>
                <a:lnTo>
                  <a:pt x="2094064" y="487603"/>
                </a:lnTo>
                <a:lnTo>
                  <a:pt x="2085124" y="441807"/>
                </a:lnTo>
                <a:lnTo>
                  <a:pt x="2070569" y="399427"/>
                </a:lnTo>
                <a:lnTo>
                  <a:pt x="2050681" y="360819"/>
                </a:lnTo>
                <a:lnTo>
                  <a:pt x="2049614" y="359359"/>
                </a:lnTo>
                <a:lnTo>
                  <a:pt x="2025751" y="326301"/>
                </a:lnTo>
                <a:lnTo>
                  <a:pt x="1996071" y="296202"/>
                </a:lnTo>
                <a:lnTo>
                  <a:pt x="1961934" y="270840"/>
                </a:lnTo>
                <a:lnTo>
                  <a:pt x="1923605" y="250532"/>
                </a:lnTo>
                <a:lnTo>
                  <a:pt x="1899958" y="242189"/>
                </a:lnTo>
                <a:lnTo>
                  <a:pt x="1899958" y="541528"/>
                </a:lnTo>
                <a:lnTo>
                  <a:pt x="1894560" y="602767"/>
                </a:lnTo>
                <a:lnTo>
                  <a:pt x="1878926" y="653516"/>
                </a:lnTo>
                <a:lnTo>
                  <a:pt x="1853895" y="691984"/>
                </a:lnTo>
                <a:lnTo>
                  <a:pt x="1820291" y="716381"/>
                </a:lnTo>
                <a:lnTo>
                  <a:pt x="1778939" y="724916"/>
                </a:lnTo>
                <a:lnTo>
                  <a:pt x="1777720" y="724916"/>
                </a:lnTo>
                <a:lnTo>
                  <a:pt x="1734197" y="715911"/>
                </a:lnTo>
                <a:lnTo>
                  <a:pt x="1699729" y="690626"/>
                </a:lnTo>
                <a:lnTo>
                  <a:pt x="1674660" y="651637"/>
                </a:lnTo>
                <a:lnTo>
                  <a:pt x="1659369" y="601484"/>
                </a:lnTo>
                <a:lnTo>
                  <a:pt x="1654187" y="542772"/>
                </a:lnTo>
                <a:lnTo>
                  <a:pt x="1657184" y="497560"/>
                </a:lnTo>
                <a:lnTo>
                  <a:pt x="1666570" y="454748"/>
                </a:lnTo>
                <a:lnTo>
                  <a:pt x="1682877" y="416915"/>
                </a:lnTo>
                <a:lnTo>
                  <a:pt x="1706676" y="386676"/>
                </a:lnTo>
                <a:lnTo>
                  <a:pt x="1778939" y="359359"/>
                </a:lnTo>
                <a:lnTo>
                  <a:pt x="1824596" y="369684"/>
                </a:lnTo>
                <a:lnTo>
                  <a:pt x="1858733" y="397611"/>
                </a:lnTo>
                <a:lnTo>
                  <a:pt x="1882152" y="438594"/>
                </a:lnTo>
                <a:lnTo>
                  <a:pt x="1895640" y="488086"/>
                </a:lnTo>
                <a:lnTo>
                  <a:pt x="1899958" y="541528"/>
                </a:lnTo>
                <a:lnTo>
                  <a:pt x="1899958" y="242189"/>
                </a:lnTo>
                <a:lnTo>
                  <a:pt x="1881390" y="235635"/>
                </a:lnTo>
                <a:lnTo>
                  <a:pt x="1835569" y="226453"/>
                </a:lnTo>
                <a:lnTo>
                  <a:pt x="1786420" y="223316"/>
                </a:lnTo>
                <a:lnTo>
                  <a:pt x="1734375" y="226402"/>
                </a:lnTo>
                <a:lnTo>
                  <a:pt x="1685937" y="235483"/>
                </a:lnTo>
                <a:lnTo>
                  <a:pt x="1641424" y="250329"/>
                </a:lnTo>
                <a:lnTo>
                  <a:pt x="1601089" y="270675"/>
                </a:lnTo>
                <a:lnTo>
                  <a:pt x="1565224" y="296278"/>
                </a:lnTo>
                <a:lnTo>
                  <a:pt x="1534109" y="326898"/>
                </a:lnTo>
                <a:lnTo>
                  <a:pt x="1508010" y="362280"/>
                </a:lnTo>
                <a:lnTo>
                  <a:pt x="1487233" y="402170"/>
                </a:lnTo>
                <a:lnTo>
                  <a:pt x="1472044" y="446328"/>
                </a:lnTo>
                <a:lnTo>
                  <a:pt x="1462722" y="494512"/>
                </a:lnTo>
                <a:lnTo>
                  <a:pt x="1459547" y="546468"/>
                </a:lnTo>
                <a:lnTo>
                  <a:pt x="1462874" y="598233"/>
                </a:lnTo>
                <a:lnTo>
                  <a:pt x="1472590" y="645896"/>
                </a:lnTo>
                <a:lnTo>
                  <a:pt x="1488224" y="689216"/>
                </a:lnTo>
                <a:lnTo>
                  <a:pt x="1509369" y="728091"/>
                </a:lnTo>
                <a:lnTo>
                  <a:pt x="1535582" y="762330"/>
                </a:lnTo>
                <a:lnTo>
                  <a:pt x="1566443" y="791756"/>
                </a:lnTo>
                <a:lnTo>
                  <a:pt x="1601508" y="816216"/>
                </a:lnTo>
                <a:lnTo>
                  <a:pt x="1640344" y="835533"/>
                </a:lnTo>
                <a:lnTo>
                  <a:pt x="1682521" y="849541"/>
                </a:lnTo>
                <a:lnTo>
                  <a:pt x="1727619" y="858075"/>
                </a:lnTo>
                <a:lnTo>
                  <a:pt x="1775180" y="860958"/>
                </a:lnTo>
                <a:lnTo>
                  <a:pt x="1776425" y="860958"/>
                </a:lnTo>
                <a:lnTo>
                  <a:pt x="1820456" y="858405"/>
                </a:lnTo>
                <a:lnTo>
                  <a:pt x="1863610" y="850696"/>
                </a:lnTo>
                <a:lnTo>
                  <a:pt x="1905177" y="837768"/>
                </a:lnTo>
                <a:lnTo>
                  <a:pt x="1944458" y="819518"/>
                </a:lnTo>
                <a:lnTo>
                  <a:pt x="1980780" y="795896"/>
                </a:lnTo>
                <a:lnTo>
                  <a:pt x="2013419" y="766787"/>
                </a:lnTo>
                <a:lnTo>
                  <a:pt x="2041690" y="732142"/>
                </a:lnTo>
                <a:lnTo>
                  <a:pt x="2064893" y="691870"/>
                </a:lnTo>
                <a:lnTo>
                  <a:pt x="2082330" y="645871"/>
                </a:lnTo>
                <a:lnTo>
                  <a:pt x="2093302" y="594131"/>
                </a:lnTo>
                <a:lnTo>
                  <a:pt x="2097112" y="536511"/>
                </a:lnTo>
                <a:close/>
              </a:path>
              <a:path w="3477895" h="864870">
                <a:moveTo>
                  <a:pt x="2656205" y="247065"/>
                </a:moveTo>
                <a:lnTo>
                  <a:pt x="2623756" y="237032"/>
                </a:lnTo>
                <a:lnTo>
                  <a:pt x="2587587" y="229565"/>
                </a:lnTo>
                <a:lnTo>
                  <a:pt x="2549537" y="224917"/>
                </a:lnTo>
                <a:lnTo>
                  <a:pt x="2511463" y="223316"/>
                </a:lnTo>
                <a:lnTo>
                  <a:pt x="2456891" y="226301"/>
                </a:lnTo>
                <a:lnTo>
                  <a:pt x="2406751" y="234962"/>
                </a:lnTo>
                <a:lnTo>
                  <a:pt x="2361095" y="248920"/>
                </a:lnTo>
                <a:lnTo>
                  <a:pt x="2319985" y="267779"/>
                </a:lnTo>
                <a:lnTo>
                  <a:pt x="2283485" y="291147"/>
                </a:lnTo>
                <a:lnTo>
                  <a:pt x="2251646" y="318617"/>
                </a:lnTo>
                <a:lnTo>
                  <a:pt x="2224557" y="349808"/>
                </a:lnTo>
                <a:lnTo>
                  <a:pt x="2202243" y="384327"/>
                </a:lnTo>
                <a:lnTo>
                  <a:pt x="2184781" y="421779"/>
                </a:lnTo>
                <a:lnTo>
                  <a:pt x="2172246" y="461759"/>
                </a:lnTo>
                <a:lnTo>
                  <a:pt x="2164664" y="503885"/>
                </a:lnTo>
                <a:lnTo>
                  <a:pt x="2162137" y="547763"/>
                </a:lnTo>
                <a:lnTo>
                  <a:pt x="2165210" y="598373"/>
                </a:lnTo>
                <a:lnTo>
                  <a:pt x="2174303" y="645236"/>
                </a:lnTo>
                <a:lnTo>
                  <a:pt x="2189137" y="688111"/>
                </a:lnTo>
                <a:lnTo>
                  <a:pt x="2209482" y="726795"/>
                </a:lnTo>
                <a:lnTo>
                  <a:pt x="2235085" y="761034"/>
                </a:lnTo>
                <a:lnTo>
                  <a:pt x="2265692" y="790625"/>
                </a:lnTo>
                <a:lnTo>
                  <a:pt x="2301075" y="815352"/>
                </a:lnTo>
                <a:lnTo>
                  <a:pt x="2340965" y="834961"/>
                </a:lnTo>
                <a:lnTo>
                  <a:pt x="2385123" y="849249"/>
                </a:lnTo>
                <a:lnTo>
                  <a:pt x="2433320" y="857986"/>
                </a:lnTo>
                <a:lnTo>
                  <a:pt x="2485275" y="860958"/>
                </a:lnTo>
                <a:lnTo>
                  <a:pt x="2537599" y="858761"/>
                </a:lnTo>
                <a:lnTo>
                  <a:pt x="2584640" y="852703"/>
                </a:lnTo>
                <a:lnTo>
                  <a:pt x="2624442" y="843597"/>
                </a:lnTo>
                <a:lnTo>
                  <a:pt x="2632506" y="692505"/>
                </a:lnTo>
                <a:lnTo>
                  <a:pt x="2609748" y="700887"/>
                </a:lnTo>
                <a:lnTo>
                  <a:pt x="2584310" y="707174"/>
                </a:lnTo>
                <a:lnTo>
                  <a:pt x="2555811" y="711098"/>
                </a:lnTo>
                <a:lnTo>
                  <a:pt x="2523909" y="712470"/>
                </a:lnTo>
                <a:lnTo>
                  <a:pt x="2479484" y="707517"/>
                </a:lnTo>
                <a:lnTo>
                  <a:pt x="2439555" y="692785"/>
                </a:lnTo>
                <a:lnTo>
                  <a:pt x="2405710" y="668489"/>
                </a:lnTo>
                <a:lnTo>
                  <a:pt x="2379548" y="634834"/>
                </a:lnTo>
                <a:lnTo>
                  <a:pt x="2362695" y="592023"/>
                </a:lnTo>
                <a:lnTo>
                  <a:pt x="2356713" y="540283"/>
                </a:lnTo>
                <a:lnTo>
                  <a:pt x="2361463" y="492950"/>
                </a:lnTo>
                <a:lnTo>
                  <a:pt x="2376360" y="451586"/>
                </a:lnTo>
                <a:lnTo>
                  <a:pt x="2400566" y="417360"/>
                </a:lnTo>
                <a:lnTo>
                  <a:pt x="2433180" y="391452"/>
                </a:lnTo>
                <a:lnTo>
                  <a:pt x="2473350" y="375043"/>
                </a:lnTo>
                <a:lnTo>
                  <a:pt x="2520213" y="369303"/>
                </a:lnTo>
                <a:lnTo>
                  <a:pt x="2554694" y="370827"/>
                </a:lnTo>
                <a:lnTo>
                  <a:pt x="2583548" y="374929"/>
                </a:lnTo>
                <a:lnTo>
                  <a:pt x="2607246" y="380911"/>
                </a:lnTo>
                <a:lnTo>
                  <a:pt x="2626271" y="388061"/>
                </a:lnTo>
                <a:lnTo>
                  <a:pt x="2656205" y="247065"/>
                </a:lnTo>
                <a:close/>
              </a:path>
              <a:path w="3477895" h="864870">
                <a:moveTo>
                  <a:pt x="3477476" y="72466"/>
                </a:moveTo>
                <a:lnTo>
                  <a:pt x="3301720" y="72466"/>
                </a:lnTo>
                <a:lnTo>
                  <a:pt x="3301720" y="521081"/>
                </a:lnTo>
                <a:lnTo>
                  <a:pt x="3297517" y="583844"/>
                </a:lnTo>
                <a:lnTo>
                  <a:pt x="3285109" y="634695"/>
                </a:lnTo>
                <a:lnTo>
                  <a:pt x="3264738" y="673836"/>
                </a:lnTo>
                <a:lnTo>
                  <a:pt x="3236658" y="701522"/>
                </a:lnTo>
                <a:lnTo>
                  <a:pt x="3201111" y="717969"/>
                </a:lnTo>
                <a:lnTo>
                  <a:pt x="3158363" y="723404"/>
                </a:lnTo>
                <a:lnTo>
                  <a:pt x="3116605" y="717727"/>
                </a:lnTo>
                <a:lnTo>
                  <a:pt x="3081705" y="700760"/>
                </a:lnTo>
                <a:lnTo>
                  <a:pt x="3054019" y="672541"/>
                </a:lnTo>
                <a:lnTo>
                  <a:pt x="3033852" y="633145"/>
                </a:lnTo>
                <a:lnTo>
                  <a:pt x="3021507" y="582637"/>
                </a:lnTo>
                <a:lnTo>
                  <a:pt x="3017329" y="521081"/>
                </a:lnTo>
                <a:lnTo>
                  <a:pt x="3017329" y="72466"/>
                </a:lnTo>
                <a:lnTo>
                  <a:pt x="2840393" y="72466"/>
                </a:lnTo>
                <a:lnTo>
                  <a:pt x="2840393" y="507225"/>
                </a:lnTo>
                <a:lnTo>
                  <a:pt x="2842780" y="566483"/>
                </a:lnTo>
                <a:lnTo>
                  <a:pt x="2849867" y="620014"/>
                </a:lnTo>
                <a:lnTo>
                  <a:pt x="2861526" y="667931"/>
                </a:lnTo>
                <a:lnTo>
                  <a:pt x="2877655" y="710349"/>
                </a:lnTo>
                <a:lnTo>
                  <a:pt x="2898114" y="747369"/>
                </a:lnTo>
                <a:lnTo>
                  <a:pt x="2922778" y="779094"/>
                </a:lnTo>
                <a:lnTo>
                  <a:pt x="2951556" y="805637"/>
                </a:lnTo>
                <a:lnTo>
                  <a:pt x="2984296" y="827125"/>
                </a:lnTo>
                <a:lnTo>
                  <a:pt x="3020885" y="843635"/>
                </a:lnTo>
                <a:lnTo>
                  <a:pt x="3061220" y="855294"/>
                </a:lnTo>
                <a:lnTo>
                  <a:pt x="3105162" y="862215"/>
                </a:lnTo>
                <a:lnTo>
                  <a:pt x="3152584" y="864501"/>
                </a:lnTo>
                <a:lnTo>
                  <a:pt x="3201733" y="862114"/>
                </a:lnTo>
                <a:lnTo>
                  <a:pt x="3247313" y="854900"/>
                </a:lnTo>
                <a:lnTo>
                  <a:pt x="3289198" y="842860"/>
                </a:lnTo>
                <a:lnTo>
                  <a:pt x="3327260" y="825919"/>
                </a:lnTo>
                <a:lnTo>
                  <a:pt x="3361347" y="804037"/>
                </a:lnTo>
                <a:lnTo>
                  <a:pt x="3391344" y="777201"/>
                </a:lnTo>
                <a:lnTo>
                  <a:pt x="3417100" y="745350"/>
                </a:lnTo>
                <a:lnTo>
                  <a:pt x="3438474" y="708444"/>
                </a:lnTo>
                <a:lnTo>
                  <a:pt x="3455327" y="666445"/>
                </a:lnTo>
                <a:lnTo>
                  <a:pt x="3467544" y="619328"/>
                </a:lnTo>
                <a:lnTo>
                  <a:pt x="3474974" y="567029"/>
                </a:lnTo>
                <a:lnTo>
                  <a:pt x="3477476" y="509524"/>
                </a:lnTo>
                <a:lnTo>
                  <a:pt x="3477476" y="72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object 8">
            <a:extLst>
              <a:ext uri="{FF2B5EF4-FFF2-40B4-BE49-F238E27FC236}">
                <a16:creationId xmlns:a16="http://schemas.microsoft.com/office/drawing/2014/main" id="{14D9949F-15A1-AC4D-B42E-F0B596CEAB45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0876" y="8778875"/>
            <a:ext cx="1554405" cy="1150620"/>
          </a:xfrm>
          <a:prstGeom prst="rect">
            <a:avLst/>
          </a:prstGeom>
        </p:spPr>
      </p:pic>
      <p:sp>
        <p:nvSpPr>
          <p:cNvPr id="30" name="Marcador de texto 8">
            <a:extLst>
              <a:ext uri="{FF2B5EF4-FFF2-40B4-BE49-F238E27FC236}">
                <a16:creationId xmlns:a16="http://schemas.microsoft.com/office/drawing/2014/main" id="{D8298CF0-1D54-6247-B7EE-D42E3B9F8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8402" y="6287962"/>
            <a:ext cx="10649035" cy="830997"/>
          </a:xfrm>
        </p:spPr>
        <p:txBody>
          <a:bodyPr/>
          <a:lstStyle>
            <a:lvl1pPr algn="ctr">
              <a:defRPr sz="5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SUBTITULO: LOREN IPSUM</a:t>
            </a:r>
            <a:endParaRPr lang="es-CL" dirty="0"/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6A6FEFC9-11EC-B84F-A8C2-5DF3FAB58E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050" y="5133092"/>
            <a:ext cx="11429999" cy="923330"/>
          </a:xfrm>
        </p:spPr>
        <p:txBody>
          <a:bodyPr/>
          <a:lstStyle>
            <a:lvl1pPr algn="ctr"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TÍTULO: LOREM IPSUM</a:t>
            </a:r>
            <a:endParaRPr lang="es-CL" dirty="0"/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C429B471-41F5-B54F-BE9E-5E63FBAF29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2767" y="7563485"/>
            <a:ext cx="10694988" cy="492443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3200" b="0" spc="10" dirty="0">
                <a:latin typeface="Arial"/>
                <a:cs typeface="Arial"/>
              </a:rPr>
              <a:t>Lorem ipsum </a:t>
            </a:r>
            <a:r>
              <a:rPr lang="es-CL" sz="3200" b="0" spc="5" dirty="0">
                <a:latin typeface="Arial"/>
                <a:cs typeface="Arial"/>
              </a:rPr>
              <a:t>dolor sit </a:t>
            </a:r>
            <a:r>
              <a:rPr lang="es-CL" sz="3200" b="0" spc="10" dirty="0">
                <a:latin typeface="Arial"/>
                <a:cs typeface="Arial"/>
              </a:rPr>
              <a:t>amet, consectetuer </a:t>
            </a:r>
            <a:r>
              <a:rPr lang="es-CL" sz="3200" b="0" spc="5" dirty="0">
                <a:latin typeface="Arial"/>
                <a:cs typeface="Arial"/>
              </a:rPr>
              <a:t>adipiscing </a:t>
            </a:r>
            <a:r>
              <a:rPr lang="es-CL" sz="32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BA8542-890F-EA40-B8CD-356F1585BC4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72C656-E25F-0F4A-AB72-70B904D7896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43886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9">
            <a:extLst>
              <a:ext uri="{FF2B5EF4-FFF2-40B4-BE49-F238E27FC236}">
                <a16:creationId xmlns:a16="http://schemas.microsoft.com/office/drawing/2014/main" id="{D74EE1F9-2998-754F-AE8B-CC1AA4E2EE8A}"/>
              </a:ext>
            </a:extLst>
          </p:cNvPr>
          <p:cNvSpPr/>
          <p:nvPr userDrawn="1"/>
        </p:nvSpPr>
        <p:spPr>
          <a:xfrm>
            <a:off x="14603006" y="1768475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E5F013E-4F47-B444-9D43-991915429027}"/>
              </a:ext>
            </a:extLst>
          </p:cNvPr>
          <p:cNvSpPr/>
          <p:nvPr userDrawn="1"/>
        </p:nvSpPr>
        <p:spPr>
          <a:xfrm>
            <a:off x="10415337" y="1768476"/>
            <a:ext cx="3392804" cy="7616568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3584D8FB-5C66-5246-B53F-AFBF8195582B}"/>
              </a:ext>
            </a:extLst>
          </p:cNvPr>
          <p:cNvSpPr/>
          <p:nvPr userDrawn="1"/>
        </p:nvSpPr>
        <p:spPr>
          <a:xfrm>
            <a:off x="6347214" y="1813303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55C4F869-B90C-0B40-A9F9-ADC2D812A79E}"/>
              </a:ext>
            </a:extLst>
          </p:cNvPr>
          <p:cNvSpPr/>
          <p:nvPr userDrawn="1"/>
        </p:nvSpPr>
        <p:spPr>
          <a:xfrm>
            <a:off x="2235659" y="1820288"/>
            <a:ext cx="3392804" cy="7564755"/>
          </a:xfrm>
          <a:custGeom>
            <a:avLst/>
            <a:gdLst/>
            <a:ahLst/>
            <a:cxnLst/>
            <a:rect l="l" t="t" r="r" b="b"/>
            <a:pathLst>
              <a:path w="3392805" h="756475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9F40AF0-87DA-0A48-B6E9-4219F4180C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32050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C33F340-7017-A54B-AB2D-EFBBB90A374D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3A3AF8A0-E40E-424D-9062-8F5081E913F5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4CF343B9-9DAA-904B-926B-BF1E8B169555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B4133E1D-7241-C648-A1B7-47414D04749D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6">
              <a:extLst>
                <a:ext uri="{FF2B5EF4-FFF2-40B4-BE49-F238E27FC236}">
                  <a16:creationId xmlns:a16="http://schemas.microsoft.com/office/drawing/2014/main" id="{6E4A7447-424D-0C48-BBB7-9539084DEFB7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grpSp>
        <p:nvGrpSpPr>
          <p:cNvPr id="19" name="object 11">
            <a:extLst>
              <a:ext uri="{FF2B5EF4-FFF2-40B4-BE49-F238E27FC236}">
                <a16:creationId xmlns:a16="http://schemas.microsoft.com/office/drawing/2014/main" id="{27FDED8E-3EED-3B47-B30D-D69574D42171}"/>
              </a:ext>
            </a:extLst>
          </p:cNvPr>
          <p:cNvGrpSpPr/>
          <p:nvPr userDrawn="1"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07E7101B-E60E-4B40-91E4-19CC1FC87F02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835A4DA4-1A75-F748-B4F3-65AB2615145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E94AA4CE-5673-5541-94A2-19522E783D8D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D6369B94-F651-4E4A-A7CF-4B5DB9E67E5D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80C8D6C4-2FFD-7841-A5CC-CCDE695C9BA9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8098076F-75AB-FB4D-8D04-C5FDC9E764E2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97C57F48-994B-4042-8A4E-A7C163B8A2E4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4E5ACCB6-4AE3-014C-BACF-FA6331FC759D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A9E4838F-57CE-2D40-B776-70719C47FA54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Marcador de texto 8">
            <a:extLst>
              <a:ext uri="{FF2B5EF4-FFF2-40B4-BE49-F238E27FC236}">
                <a16:creationId xmlns:a16="http://schemas.microsoft.com/office/drawing/2014/main" id="{D90E074A-B7DF-8245-A38A-3D05E057F6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32050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01</a:t>
            </a:r>
            <a:endParaRPr lang="es-CL" dirty="0"/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13C7172E-9E76-0741-9F46-1D2D52BD4A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0907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35" name="Marcador de texto 8">
            <a:extLst>
              <a:ext uri="{FF2B5EF4-FFF2-40B4-BE49-F238E27FC236}">
                <a16:creationId xmlns:a16="http://schemas.microsoft.com/office/drawing/2014/main" id="{FCB94CB1-4B2F-854C-BFCE-F2F8A555D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873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36" name="Marcador de texto 8">
            <a:extLst>
              <a:ext uri="{FF2B5EF4-FFF2-40B4-BE49-F238E27FC236}">
                <a16:creationId xmlns:a16="http://schemas.microsoft.com/office/drawing/2014/main" id="{230B54DA-B6A0-F547-8BE5-D93D21AF0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69873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02</a:t>
            </a:r>
            <a:endParaRPr lang="es-CL" dirty="0"/>
          </a:p>
        </p:txBody>
      </p:sp>
      <p:sp>
        <p:nvSpPr>
          <p:cNvPr id="37" name="Marcador de texto 33">
            <a:extLst>
              <a:ext uri="{FF2B5EF4-FFF2-40B4-BE49-F238E27FC236}">
                <a16:creationId xmlns:a16="http://schemas.microsoft.com/office/drawing/2014/main" id="{049144DE-9B32-BF42-AC58-CA84B84FC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8730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38" name="Marcador de texto 8">
            <a:extLst>
              <a:ext uri="{FF2B5EF4-FFF2-40B4-BE49-F238E27FC236}">
                <a16:creationId xmlns:a16="http://schemas.microsoft.com/office/drawing/2014/main" id="{3AD26DB2-ADE0-4647-9024-836E854502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42730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39" name="Marcador de texto 8">
            <a:extLst>
              <a:ext uri="{FF2B5EF4-FFF2-40B4-BE49-F238E27FC236}">
                <a16:creationId xmlns:a16="http://schemas.microsoft.com/office/drawing/2014/main" id="{B4CCB6D0-24E1-6C4B-B00D-A59898F66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42730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03</a:t>
            </a:r>
            <a:endParaRPr lang="es-CL" dirty="0"/>
          </a:p>
        </p:txBody>
      </p:sp>
      <p:sp>
        <p:nvSpPr>
          <p:cNvPr id="40" name="Marcador de texto 33">
            <a:extLst>
              <a:ext uri="{FF2B5EF4-FFF2-40B4-BE49-F238E27FC236}">
                <a16:creationId xmlns:a16="http://schemas.microsoft.com/office/drawing/2014/main" id="{E791DE5B-F3FB-2249-88C9-850052F11B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31587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41" name="Marcador de texto 8">
            <a:extLst>
              <a:ext uri="{FF2B5EF4-FFF2-40B4-BE49-F238E27FC236}">
                <a16:creationId xmlns:a16="http://schemas.microsoft.com/office/drawing/2014/main" id="{BFEC8CF8-CD6A-2D46-9209-80CB6E3757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44104" y="4968875"/>
            <a:ext cx="3005299" cy="553998"/>
          </a:xfr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</a:t>
            </a:r>
            <a:endParaRPr lang="es-CL" dirty="0"/>
          </a:p>
        </p:txBody>
      </p:sp>
      <p:sp>
        <p:nvSpPr>
          <p:cNvPr id="42" name="Marcador de texto 8">
            <a:extLst>
              <a:ext uri="{FF2B5EF4-FFF2-40B4-BE49-F238E27FC236}">
                <a16:creationId xmlns:a16="http://schemas.microsoft.com/office/drawing/2014/main" id="{2B4261FE-A1D1-4B4F-95F4-6ED010B112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44104" y="2200396"/>
            <a:ext cx="2955170" cy="2308324"/>
          </a:xfrm>
        </p:spPr>
        <p:txBody>
          <a:bodyPr/>
          <a:lstStyle>
            <a:lvl1pPr algn="ctr">
              <a:defRPr sz="15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33">
            <a:extLst>
              <a:ext uri="{FF2B5EF4-FFF2-40B4-BE49-F238E27FC236}">
                <a16:creationId xmlns:a16="http://schemas.microsoft.com/office/drawing/2014/main" id="{675B8AD7-87CC-C84B-AFAA-1219F5560E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32961" y="5908547"/>
            <a:ext cx="2916442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1800" b="0" spc="10" dirty="0">
                <a:latin typeface="Arial"/>
                <a:cs typeface="Arial"/>
              </a:rPr>
              <a:t>Lorem ipsum </a:t>
            </a:r>
            <a:r>
              <a:rPr lang="es-CL" sz="1800" b="0" spc="5" dirty="0">
                <a:latin typeface="Arial"/>
                <a:cs typeface="Arial"/>
              </a:rPr>
              <a:t>dolor sit </a:t>
            </a:r>
            <a:r>
              <a:rPr lang="es-CL" sz="1800" b="0" spc="10" dirty="0">
                <a:latin typeface="Arial"/>
                <a:cs typeface="Arial"/>
              </a:rPr>
              <a:t>amet, consectetuer </a:t>
            </a:r>
            <a:r>
              <a:rPr lang="es-CL" sz="1800" b="0" spc="5" dirty="0">
                <a:latin typeface="Arial"/>
                <a:cs typeface="Arial"/>
              </a:rPr>
              <a:t>adipiscing </a:t>
            </a:r>
            <a:r>
              <a:rPr lang="es-CL" sz="1800" b="0" dirty="0">
                <a:latin typeface="Arial"/>
                <a:cs typeface="Arial"/>
              </a:rPr>
              <a:t>elit</a:t>
            </a:r>
            <a:endParaRPr lang="es-CL" dirty="0"/>
          </a:p>
        </p:txBody>
      </p:sp>
      <p:sp>
        <p:nvSpPr>
          <p:cNvPr id="44" name="object 13">
            <a:extLst>
              <a:ext uri="{FF2B5EF4-FFF2-40B4-BE49-F238E27FC236}">
                <a16:creationId xmlns:a16="http://schemas.microsoft.com/office/drawing/2014/main" id="{9B5E9D9A-47C1-1E44-B23B-6F1ADDE4D8E6}"/>
              </a:ext>
            </a:extLst>
          </p:cNvPr>
          <p:cNvSpPr/>
          <p:nvPr userDrawn="1"/>
        </p:nvSpPr>
        <p:spPr>
          <a:xfrm>
            <a:off x="3579241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1ABCC154-C69E-B546-A2BD-4C9F96651155}"/>
              </a:ext>
            </a:extLst>
          </p:cNvPr>
          <p:cNvSpPr/>
          <p:nvPr userDrawn="1"/>
        </p:nvSpPr>
        <p:spPr>
          <a:xfrm>
            <a:off x="7667696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3">
            <a:extLst>
              <a:ext uri="{FF2B5EF4-FFF2-40B4-BE49-F238E27FC236}">
                <a16:creationId xmlns:a16="http://schemas.microsoft.com/office/drawing/2014/main" id="{982DA456-C055-9C46-9D2A-E2B01BD77B0E}"/>
              </a:ext>
            </a:extLst>
          </p:cNvPr>
          <p:cNvSpPr/>
          <p:nvPr userDrawn="1"/>
        </p:nvSpPr>
        <p:spPr>
          <a:xfrm>
            <a:off x="15995650" y="573087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3">
            <a:extLst>
              <a:ext uri="{FF2B5EF4-FFF2-40B4-BE49-F238E27FC236}">
                <a16:creationId xmlns:a16="http://schemas.microsoft.com/office/drawing/2014/main" id="{6BD4CEE4-F664-604F-98CF-699643BD4FFF}"/>
              </a:ext>
            </a:extLst>
          </p:cNvPr>
          <p:cNvSpPr/>
          <p:nvPr userDrawn="1"/>
        </p:nvSpPr>
        <p:spPr>
          <a:xfrm>
            <a:off x="11728450" y="5719885"/>
            <a:ext cx="751840" cy="60325"/>
          </a:xfrm>
          <a:custGeom>
            <a:avLst/>
            <a:gdLst/>
            <a:ahLst/>
            <a:cxnLst/>
            <a:rect l="l" t="t" r="r" b="b"/>
            <a:pathLst>
              <a:path w="751839" h="60325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6351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1634EB08-9014-4147-8C0D-406F156E4863}"/>
              </a:ext>
            </a:extLst>
          </p:cNvPr>
          <p:cNvSpPr/>
          <p:nvPr userDrawn="1"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8B8383BF-B3A0-7B46-8292-AF957C9D598A}"/>
              </a:ext>
            </a:extLst>
          </p:cNvPr>
          <p:cNvSpPr/>
          <p:nvPr userDrawn="1"/>
        </p:nvSpPr>
        <p:spPr>
          <a:xfrm>
            <a:off x="4998572" y="828729"/>
            <a:ext cx="152400" cy="1168346"/>
          </a:xfrm>
          <a:custGeom>
            <a:avLst/>
            <a:gdLst/>
            <a:ahLst/>
            <a:cxnLst/>
            <a:rect l="l" t="t" r="r" b="b"/>
            <a:pathLst>
              <a:path w="53339" h="6827520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7C875938-4E4E-1746-AF67-1484232880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040" y="1258411"/>
            <a:ext cx="4343400" cy="1477328"/>
          </a:xfrm>
        </p:spPr>
        <p:txBody>
          <a:bodyPr/>
          <a:lstStyle>
            <a:lvl1pPr algn="l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 LOREM IPSUM</a:t>
            </a:r>
            <a:endParaRPr lang="es-CL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355D8821-D778-254B-B5E1-B3D40E2AD2E5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FDBDCEEF-5769-7445-955D-370BD2FDD5A2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4">
            <a:extLst>
              <a:ext uri="{FF2B5EF4-FFF2-40B4-BE49-F238E27FC236}">
                <a16:creationId xmlns:a16="http://schemas.microsoft.com/office/drawing/2014/main" id="{B0AC388D-3085-3C41-ABDE-A8742AFAEFE9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1" name="object 5">
              <a:extLst>
                <a:ext uri="{FF2B5EF4-FFF2-40B4-BE49-F238E27FC236}">
                  <a16:creationId xmlns:a16="http://schemas.microsoft.com/office/drawing/2014/main" id="{DE649ED7-EE5C-274F-97AA-794B9151FAE5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6">
              <a:extLst>
                <a:ext uri="{FF2B5EF4-FFF2-40B4-BE49-F238E27FC236}">
                  <a16:creationId xmlns:a16="http://schemas.microsoft.com/office/drawing/2014/main" id="{62970090-9E4F-2E4A-912E-0F5C696120C9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grpSp>
        <p:nvGrpSpPr>
          <p:cNvPr id="33" name="object 11">
            <a:extLst>
              <a:ext uri="{FF2B5EF4-FFF2-40B4-BE49-F238E27FC236}">
                <a16:creationId xmlns:a16="http://schemas.microsoft.com/office/drawing/2014/main" id="{C13F93CF-F203-C04B-A78B-558F6FA4E265}"/>
              </a:ext>
            </a:extLst>
          </p:cNvPr>
          <p:cNvGrpSpPr/>
          <p:nvPr userDrawn="1"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180FD66F-E8BD-E84D-8E27-BE86B062089A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374D76E1-07A4-D84C-97BB-48A4FD7CC38D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A31546A4-E0DC-7245-82CB-F86B6B98CE1A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6">
              <a:extLst>
                <a:ext uri="{FF2B5EF4-FFF2-40B4-BE49-F238E27FC236}">
                  <a16:creationId xmlns:a16="http://schemas.microsoft.com/office/drawing/2014/main" id="{239F9F4F-90DE-8E45-BBBE-357CB2D34F4D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7">
              <a:extLst>
                <a:ext uri="{FF2B5EF4-FFF2-40B4-BE49-F238E27FC236}">
                  <a16:creationId xmlns:a16="http://schemas.microsoft.com/office/drawing/2014/main" id="{39D3EC36-41FA-1342-8DC7-2F4171D1001C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8">
              <a:extLst>
                <a:ext uri="{FF2B5EF4-FFF2-40B4-BE49-F238E27FC236}">
                  <a16:creationId xmlns:a16="http://schemas.microsoft.com/office/drawing/2014/main" id="{CE81F3C7-4470-6F4B-A5BD-ACE3D420B3A9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9">
              <a:extLst>
                <a:ext uri="{FF2B5EF4-FFF2-40B4-BE49-F238E27FC236}">
                  <a16:creationId xmlns:a16="http://schemas.microsoft.com/office/drawing/2014/main" id="{F3CD6A56-A582-1C4F-933A-931F7F718B9E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0">
              <a:extLst>
                <a:ext uri="{FF2B5EF4-FFF2-40B4-BE49-F238E27FC236}">
                  <a16:creationId xmlns:a16="http://schemas.microsoft.com/office/drawing/2014/main" id="{4035D21C-0643-F246-AA4D-8E7D4130D6EC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1">
              <a:extLst>
                <a:ext uri="{FF2B5EF4-FFF2-40B4-BE49-F238E27FC236}">
                  <a16:creationId xmlns:a16="http://schemas.microsoft.com/office/drawing/2014/main" id="{1340B684-9E9C-D94B-8941-E24B230363CF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74DA7-ACB3-C745-B1A0-34C77CE2A3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2911475"/>
            <a:ext cx="4343400" cy="1231106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mannt</a:t>
            </a:r>
            <a:r>
              <a:rPr lang="es-ES" dirty="0"/>
              <a:t> 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</a:t>
            </a:r>
            <a:r>
              <a:rPr lang="es-ES" dirty="0"/>
              <a:t> </a:t>
            </a:r>
            <a:r>
              <a:rPr lang="es-ES" dirty="0" err="1"/>
              <a:t>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lo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3836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>
            <a:extLst>
              <a:ext uri="{FF2B5EF4-FFF2-40B4-BE49-F238E27FC236}">
                <a16:creationId xmlns:a16="http://schemas.microsoft.com/office/drawing/2014/main" id="{79234CF6-E93A-B341-9313-866FEE33ABA7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2665C03C-C48A-104D-A3C3-EC68A9FF2267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4">
            <a:extLst>
              <a:ext uri="{FF2B5EF4-FFF2-40B4-BE49-F238E27FC236}">
                <a16:creationId xmlns:a16="http://schemas.microsoft.com/office/drawing/2014/main" id="{44179DB5-D5EC-8D4E-8D45-7482EB15C008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24" name="object 5">
              <a:extLst>
                <a:ext uri="{FF2B5EF4-FFF2-40B4-BE49-F238E27FC236}">
                  <a16:creationId xmlns:a16="http://schemas.microsoft.com/office/drawing/2014/main" id="{85C28EA8-CAE5-C341-B7E6-88B9E4AF10AD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6">
              <a:extLst>
                <a:ext uri="{FF2B5EF4-FFF2-40B4-BE49-F238E27FC236}">
                  <a16:creationId xmlns:a16="http://schemas.microsoft.com/office/drawing/2014/main" id="{73E254AF-17E6-A04B-9020-46B6136EBB42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grpSp>
        <p:nvGrpSpPr>
          <p:cNvPr id="26" name="object 11">
            <a:extLst>
              <a:ext uri="{FF2B5EF4-FFF2-40B4-BE49-F238E27FC236}">
                <a16:creationId xmlns:a16="http://schemas.microsoft.com/office/drawing/2014/main" id="{5E0B3032-6804-2545-BAF9-422132B97883}"/>
              </a:ext>
            </a:extLst>
          </p:cNvPr>
          <p:cNvGrpSpPr/>
          <p:nvPr userDrawn="1"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A1018C5E-6E40-EE4B-94C4-0DE0BF963DB0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CB98D0A2-AB5D-854D-99BD-56F4FF522805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F973CD04-F8DD-2A43-8894-D441936451C1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6">
              <a:extLst>
                <a:ext uri="{FF2B5EF4-FFF2-40B4-BE49-F238E27FC236}">
                  <a16:creationId xmlns:a16="http://schemas.microsoft.com/office/drawing/2014/main" id="{4D3A7574-10DC-964B-A09D-3C9CAAD30D50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7">
              <a:extLst>
                <a:ext uri="{FF2B5EF4-FFF2-40B4-BE49-F238E27FC236}">
                  <a16:creationId xmlns:a16="http://schemas.microsoft.com/office/drawing/2014/main" id="{80F7E4A4-485F-4C47-9249-1A2178AE7750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8">
              <a:extLst>
                <a:ext uri="{FF2B5EF4-FFF2-40B4-BE49-F238E27FC236}">
                  <a16:creationId xmlns:a16="http://schemas.microsoft.com/office/drawing/2014/main" id="{2E386BBB-6D57-404A-ACDA-5B6999F646D9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>
              <a:extLst>
                <a:ext uri="{FF2B5EF4-FFF2-40B4-BE49-F238E27FC236}">
                  <a16:creationId xmlns:a16="http://schemas.microsoft.com/office/drawing/2014/main" id="{33D625B2-4096-094A-8AD3-0367B2C24578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0">
              <a:extLst>
                <a:ext uri="{FF2B5EF4-FFF2-40B4-BE49-F238E27FC236}">
                  <a16:creationId xmlns:a16="http://schemas.microsoft.com/office/drawing/2014/main" id="{1ED45CF5-D0DD-0B40-AD5E-8B7CE3335FF0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1">
              <a:extLst>
                <a:ext uri="{FF2B5EF4-FFF2-40B4-BE49-F238E27FC236}">
                  <a16:creationId xmlns:a16="http://schemas.microsoft.com/office/drawing/2014/main" id="{E839F206-75F1-4D49-B3C4-F89875F600AF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14649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8DB051B0-876E-1E46-9889-18A4026789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0104101" cy="7319824"/>
          </a:xfrm>
          <a:prstGeom prst="rect">
            <a:avLst/>
          </a:prstGeom>
        </p:spPr>
      </p:pic>
      <p:grpSp>
        <p:nvGrpSpPr>
          <p:cNvPr id="19" name="object 11">
            <a:extLst>
              <a:ext uri="{FF2B5EF4-FFF2-40B4-BE49-F238E27FC236}">
                <a16:creationId xmlns:a16="http://schemas.microsoft.com/office/drawing/2014/main" id="{72CB07E4-BD20-2841-8504-4AF8BAC65B92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0B8567D-059F-D244-9DC8-88F56B94296B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FC8A666C-E5DE-8444-ACA3-1559C8EB04F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B3FEDA5-4588-BD4C-8EB9-3D670D7877A1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2DD38945-F552-B045-A610-F6FEB2AE0B3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DA726BBB-41D3-A641-9F9E-8A454078BAE8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474A1586-828C-B945-878F-C4CDC6A9DFD0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00A41B1B-474B-4C4D-94A2-F62D23D8667F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E2431960-FF24-AB4B-963F-C0CAC941C4A6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B3A1E7BF-9376-294D-8DA6-55275010968E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467AC6C8-43E0-5A49-B151-8597E0ACFCF0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7170A061-DA5F-464E-8C10-42F447A7657A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5DD2906D-2F6A-9543-8281-E33B945B8A4C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A58B9E39-F25F-5941-8F43-96E26CBAF024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40804FA6-EAAF-B042-97B5-4B13E44AA699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5" name="Título 10">
            <a:extLst>
              <a:ext uri="{FF2B5EF4-FFF2-40B4-BE49-F238E27FC236}">
                <a16:creationId xmlns:a16="http://schemas.microsoft.com/office/drawing/2014/main" id="{322FB381-960A-0849-8376-69674015F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870C5F7-4868-F74D-90C3-517A2DFAB04F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89C0F690-1EDC-9246-A9BD-4B1691F43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21171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11">
            <a:extLst>
              <a:ext uri="{FF2B5EF4-FFF2-40B4-BE49-F238E27FC236}">
                <a16:creationId xmlns:a16="http://schemas.microsoft.com/office/drawing/2014/main" id="{72CB07E4-BD20-2841-8504-4AF8BAC65B92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0B8567D-059F-D244-9DC8-88F56B94296B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FC8A666C-E5DE-8444-ACA3-1559C8EB04F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B3FEDA5-4588-BD4C-8EB9-3D670D7877A1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2DD38945-F552-B045-A610-F6FEB2AE0B3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DA726BBB-41D3-A641-9F9E-8A454078BAE8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474A1586-828C-B945-878F-C4CDC6A9DFD0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00A41B1B-474B-4C4D-94A2-F62D23D8667F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E2431960-FF24-AB4B-963F-C0CAC941C4A6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B3A1E7BF-9376-294D-8DA6-55275010968E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467AC6C8-43E0-5A49-B151-8597E0ACFCF0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7170A061-DA5F-464E-8C10-42F447A7657A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5DD2906D-2F6A-9543-8281-E33B945B8A4C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A58B9E39-F25F-5941-8F43-96E26CBAF024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40804FA6-EAAF-B042-97B5-4B13E44AA699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5" name="Título 10">
            <a:extLst>
              <a:ext uri="{FF2B5EF4-FFF2-40B4-BE49-F238E27FC236}">
                <a16:creationId xmlns:a16="http://schemas.microsoft.com/office/drawing/2014/main" id="{322FB381-960A-0849-8376-69674015F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870C5F7-4868-F74D-90C3-517A2DFAB04F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89C0F690-1EDC-9246-A9BD-4B1691F43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10661F-B01B-184C-9940-9BC3DE8855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0104101" cy="733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527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11">
            <a:extLst>
              <a:ext uri="{FF2B5EF4-FFF2-40B4-BE49-F238E27FC236}">
                <a16:creationId xmlns:a16="http://schemas.microsoft.com/office/drawing/2014/main" id="{72CB07E4-BD20-2841-8504-4AF8BAC65B92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0B8567D-059F-D244-9DC8-88F56B94296B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FC8A666C-E5DE-8444-ACA3-1559C8EB04F1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B3FEDA5-4588-BD4C-8EB9-3D670D7877A1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2DD38945-F552-B045-A610-F6FEB2AE0B3B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DA726BBB-41D3-A641-9F9E-8A454078BAE8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474A1586-828C-B945-878F-C4CDC6A9DFD0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00A41B1B-474B-4C4D-94A2-F62D23D8667F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E2431960-FF24-AB4B-963F-C0CAC941C4A6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B3A1E7BF-9376-294D-8DA6-55275010968E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467AC6C8-43E0-5A49-B151-8597E0ACFCF0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7170A061-DA5F-464E-8C10-42F447A7657A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5DD2906D-2F6A-9543-8281-E33B945B8A4C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A58B9E39-F25F-5941-8F43-96E26CBAF024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40804FA6-EAAF-B042-97B5-4B13E44AA699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5" name="Título 10">
            <a:extLst>
              <a:ext uri="{FF2B5EF4-FFF2-40B4-BE49-F238E27FC236}">
                <a16:creationId xmlns:a16="http://schemas.microsoft.com/office/drawing/2014/main" id="{322FB381-960A-0849-8376-69674015F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870C5F7-4868-F74D-90C3-517A2DFAB04F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89C0F690-1EDC-9246-A9BD-4B1691F43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CBDC81-BE09-D043-9EA4-F28A4EDD2A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0104101" cy="73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411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AA8E9BA1-221D-0D49-A7CC-053D9F6EB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0104101" cy="7319824"/>
          </a:xfrm>
          <a:prstGeom prst="rect">
            <a:avLst/>
          </a:prstGeom>
        </p:spPr>
      </p:pic>
      <p:grpSp>
        <p:nvGrpSpPr>
          <p:cNvPr id="14" name="object 11">
            <a:extLst>
              <a:ext uri="{FF2B5EF4-FFF2-40B4-BE49-F238E27FC236}">
                <a16:creationId xmlns:a16="http://schemas.microsoft.com/office/drawing/2014/main" id="{279636B7-8AE3-5A47-86D8-9BB136EC0AED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E5B2A282-29B8-F743-B35D-14127A534127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7F080B76-AD76-1244-8BEB-3199CEF16000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2A984C73-3EDC-3C4A-AFEF-EEBCB77B4DD2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DEE8CBD-E62E-3F44-9E0B-C34AE2480924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AC904AE2-B78B-AB47-9929-DC6C54F64895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C4836C99-2D0C-9646-A422-700C3E1E3CEE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9A991018-2F68-4647-B92B-B1E21AF22584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B977EE2B-D840-3945-A677-DEDABC2B5EA9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5ABA4797-6B3B-4A4A-8302-8BEA76696368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2A601219-9A7E-B34D-A748-2A4BD7B914AB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F59D58CF-63BC-C445-9080-D5EDAD3B6EF3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4">
            <a:extLst>
              <a:ext uri="{FF2B5EF4-FFF2-40B4-BE49-F238E27FC236}">
                <a16:creationId xmlns:a16="http://schemas.microsoft.com/office/drawing/2014/main" id="{783A57DB-F68F-FE42-A651-FD06EAEFB02B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23D50948-672F-B44A-9EA2-9C25F0161131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6">
              <a:extLst>
                <a:ext uri="{FF2B5EF4-FFF2-40B4-BE49-F238E27FC236}">
                  <a16:creationId xmlns:a16="http://schemas.microsoft.com/office/drawing/2014/main" id="{9EE349FB-0B99-A246-A339-2207EA863DA7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0" name="Título 10">
            <a:extLst>
              <a:ext uri="{FF2B5EF4-FFF2-40B4-BE49-F238E27FC236}">
                <a16:creationId xmlns:a16="http://schemas.microsoft.com/office/drawing/2014/main" id="{9BE380EC-155E-9E41-B354-879821BBC0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B07CAE0-01D0-D543-8463-60054765B75B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3">
            <a:extLst>
              <a:ext uri="{FF2B5EF4-FFF2-40B4-BE49-F238E27FC236}">
                <a16:creationId xmlns:a16="http://schemas.microsoft.com/office/drawing/2014/main" id="{46AE2BF2-3305-2045-93BA-38142E985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05134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B2CB166E-BCDC-A54F-8CD0-CAD4240F5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927" y="-1"/>
            <a:ext cx="20121027" cy="7325987"/>
          </a:xfrm>
          <a:prstGeom prst="rect">
            <a:avLst/>
          </a:prstGeom>
        </p:spPr>
      </p:pic>
      <p:grpSp>
        <p:nvGrpSpPr>
          <p:cNvPr id="14" name="object 11">
            <a:extLst>
              <a:ext uri="{FF2B5EF4-FFF2-40B4-BE49-F238E27FC236}">
                <a16:creationId xmlns:a16="http://schemas.microsoft.com/office/drawing/2014/main" id="{1FCA3783-7954-8447-A13D-11D723D304F1}"/>
              </a:ext>
            </a:extLst>
          </p:cNvPr>
          <p:cNvGrpSpPr/>
          <p:nvPr userDrawn="1"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A0327201-CB02-7A4C-8BA8-0363AD550DA8}"/>
                </a:ext>
              </a:extLst>
            </p:cNvPr>
            <p:cNvSpPr/>
            <p:nvPr/>
          </p:nvSpPr>
          <p:spPr>
            <a:xfrm>
              <a:off x="859267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E4D683F5-B786-7745-9429-9969A5FD5742}"/>
                </a:ext>
              </a:extLst>
            </p:cNvPr>
            <p:cNvSpPr/>
            <p:nvPr/>
          </p:nvSpPr>
          <p:spPr>
            <a:xfrm>
              <a:off x="9037546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A2051D28-5320-DB42-ABB0-2895420FDE70}"/>
                </a:ext>
              </a:extLst>
            </p:cNvPr>
            <p:cNvSpPr/>
            <p:nvPr/>
          </p:nvSpPr>
          <p:spPr>
            <a:xfrm>
              <a:off x="9482433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4893D14F-0403-F64B-8EAC-BC69B5605B59}"/>
                </a:ext>
              </a:extLst>
            </p:cNvPr>
            <p:cNvSpPr/>
            <p:nvPr/>
          </p:nvSpPr>
          <p:spPr>
            <a:xfrm>
              <a:off x="9927320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2A031DCC-93E3-9F4F-AD29-ACDB12B7A4F8}"/>
                </a:ext>
              </a:extLst>
            </p:cNvPr>
            <p:cNvSpPr/>
            <p:nvPr/>
          </p:nvSpPr>
          <p:spPr>
            <a:xfrm>
              <a:off x="10372207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C8AD7B61-A818-8C41-A994-4A2AF97E8060}"/>
                </a:ext>
              </a:extLst>
            </p:cNvPr>
            <p:cNvSpPr/>
            <p:nvPr/>
          </p:nvSpPr>
          <p:spPr>
            <a:xfrm>
              <a:off x="1081708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2A7A2070-FFEA-D046-B93C-B4BDC45F5AAD}"/>
                </a:ext>
              </a:extLst>
            </p:cNvPr>
            <p:cNvSpPr/>
            <p:nvPr/>
          </p:nvSpPr>
          <p:spPr>
            <a:xfrm>
              <a:off x="11261981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E964CCCF-6E6C-0A40-BC07-3DB28999DCBE}"/>
                </a:ext>
              </a:extLst>
            </p:cNvPr>
            <p:cNvSpPr/>
            <p:nvPr/>
          </p:nvSpPr>
          <p:spPr>
            <a:xfrm>
              <a:off x="11706858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8D193638-27E0-BE46-A9DA-6C08DBA45EF7}"/>
                </a:ext>
              </a:extLst>
            </p:cNvPr>
            <p:cNvSpPr/>
            <p:nvPr/>
          </p:nvSpPr>
          <p:spPr>
            <a:xfrm>
              <a:off x="12151734" y="10723202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65A28458-38F3-9047-9C93-6F2E352CCF2D}"/>
              </a:ext>
            </a:extLst>
          </p:cNvPr>
          <p:cNvSpPr/>
          <p:nvPr userDrawn="1"/>
        </p:nvSpPr>
        <p:spPr>
          <a:xfrm>
            <a:off x="16958625" y="10426287"/>
            <a:ext cx="1618615" cy="525145"/>
          </a:xfrm>
          <a:custGeom>
            <a:avLst/>
            <a:gdLst/>
            <a:ahLst/>
            <a:cxnLst/>
            <a:rect l="l" t="t" r="r" b="b"/>
            <a:pathLst>
              <a:path w="1618615" h="52514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w="1618615" h="52514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w="1618615" h="52514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w="1618615" h="52514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FE53A790-78C0-5D4F-A4C2-EDE907BD55AA}"/>
              </a:ext>
            </a:extLst>
          </p:cNvPr>
          <p:cNvSpPr/>
          <p:nvPr userDrawn="1"/>
        </p:nvSpPr>
        <p:spPr>
          <a:xfrm>
            <a:off x="18689266" y="10470436"/>
            <a:ext cx="388620" cy="482600"/>
          </a:xfrm>
          <a:custGeom>
            <a:avLst/>
            <a:gdLst/>
            <a:ahLst/>
            <a:cxnLst/>
            <a:rect l="l" t="t" r="r" b="b"/>
            <a:pathLst>
              <a:path w="388619" h="482600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4">
            <a:extLst>
              <a:ext uri="{FF2B5EF4-FFF2-40B4-BE49-F238E27FC236}">
                <a16:creationId xmlns:a16="http://schemas.microsoft.com/office/drawing/2014/main" id="{08D31035-A82F-7947-AF16-7BA794F29F64}"/>
              </a:ext>
            </a:extLst>
          </p:cNvPr>
          <p:cNvGrpSpPr/>
          <p:nvPr userDrawn="1"/>
        </p:nvGrpSpPr>
        <p:grpSpPr>
          <a:xfrm>
            <a:off x="19131280" y="10355374"/>
            <a:ext cx="445770" cy="598170"/>
            <a:chOff x="18406074" y="10234089"/>
            <a:chExt cx="445770" cy="598170"/>
          </a:xfrm>
        </p:grpSpPr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C7877A6A-842D-6B4A-B878-99F5EFE1A646}"/>
                </a:ext>
              </a:extLst>
            </p:cNvPr>
            <p:cNvSpPr/>
            <p:nvPr/>
          </p:nvSpPr>
          <p:spPr>
            <a:xfrm>
              <a:off x="18406074" y="10341395"/>
              <a:ext cx="376555" cy="490855"/>
            </a:xfrm>
            <a:custGeom>
              <a:avLst/>
              <a:gdLst/>
              <a:ahLst/>
              <a:cxnLst/>
              <a:rect l="l" t="t" r="r" b="b"/>
              <a:pathLst>
                <a:path w="376555" h="490854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6">
              <a:extLst>
                <a:ext uri="{FF2B5EF4-FFF2-40B4-BE49-F238E27FC236}">
                  <a16:creationId xmlns:a16="http://schemas.microsoft.com/office/drawing/2014/main" id="{41548E31-0E4F-5C43-96A3-69B646CE4B16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</p:spPr>
        </p:pic>
      </p:grpSp>
      <p:sp>
        <p:nvSpPr>
          <p:cNvPr id="30" name="Título 10">
            <a:extLst>
              <a:ext uri="{FF2B5EF4-FFF2-40B4-BE49-F238E27FC236}">
                <a16:creationId xmlns:a16="http://schemas.microsoft.com/office/drawing/2014/main" id="{36E7A0BD-A7B1-9D46-AE81-E399FC0B6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1990" y="8235994"/>
            <a:ext cx="6048240" cy="232492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dirty="0"/>
              <a:t>LOREM IPSUM</a:t>
            </a:r>
            <a:endParaRPr lang="es-CL" dirty="0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47EE987-F98E-BD44-8590-EF5E000A0294}"/>
              </a:ext>
            </a:extLst>
          </p:cNvPr>
          <p:cNvCxnSpPr>
            <a:cxnSpLocks/>
          </p:cNvCxnSpPr>
          <p:nvPr userDrawn="1"/>
        </p:nvCxnSpPr>
        <p:spPr>
          <a:xfrm>
            <a:off x="7842250" y="7864475"/>
            <a:ext cx="0" cy="26964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3">
            <a:extLst>
              <a:ext uri="{FF2B5EF4-FFF2-40B4-BE49-F238E27FC236}">
                <a16:creationId xmlns:a16="http://schemas.microsoft.com/office/drawing/2014/main" id="{AEF8F873-2C02-F04E-A209-46214B70F7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19038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400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064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850" y="7635875"/>
            <a:ext cx="10287000" cy="1569660"/>
          </a:xfrm>
        </p:spPr>
        <p:txBody>
          <a:bodyPr/>
          <a:lstStyle/>
          <a:p>
            <a:r>
              <a:rPr lang="es-CL" sz="4800" dirty="0"/>
              <a:t> </a:t>
            </a:r>
            <a:r>
              <a:rPr lang="es-CL" sz="5400" dirty="0"/>
              <a:t>Preprocesamiento de Datos</a:t>
            </a:r>
            <a:br>
              <a:rPr lang="es-CL" sz="5400" dirty="0"/>
            </a:br>
            <a:r>
              <a:rPr lang="es-CL" sz="4800" dirty="0"/>
              <a:t>ADY1100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E8D21-B9E2-5B43-AE60-B041296F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990" y="8235994"/>
            <a:ext cx="6048240" cy="830997"/>
          </a:xfrm>
        </p:spPr>
        <p:txBody>
          <a:bodyPr/>
          <a:lstStyle/>
          <a:p>
            <a:r>
              <a:rPr lang="es-CL" dirty="0"/>
              <a:t>Docente 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C9FFC4-BFFE-614B-92BA-30B3549CA2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2215991"/>
          </a:xfrm>
        </p:spPr>
        <p:txBody>
          <a:bodyPr/>
          <a:lstStyle/>
          <a:p>
            <a:r>
              <a:rPr lang="es-CL" sz="4800" dirty="0"/>
              <a:t>Guillermo Pinto Fuentes</a:t>
            </a:r>
          </a:p>
          <a:p>
            <a:endParaRPr lang="es-CL" sz="4800" dirty="0"/>
          </a:p>
          <a:p>
            <a:r>
              <a:rPr lang="es-CL" sz="4800" dirty="0"/>
              <a:t>gu.pintof@profesor.duoc.cl</a:t>
            </a:r>
          </a:p>
        </p:txBody>
      </p:sp>
    </p:spTree>
    <p:extLst>
      <p:ext uri="{BB962C8B-B14F-4D97-AF65-F5344CB8AC3E}">
        <p14:creationId xmlns:p14="http://schemas.microsoft.com/office/powerpoint/2010/main" val="191417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62ED-8213-B1AC-0975-E9F55E59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4DC9F31-DACF-C2B5-600F-373FBD94004E}"/>
              </a:ext>
            </a:extLst>
          </p:cNvPr>
          <p:cNvSpPr/>
          <p:nvPr/>
        </p:nvSpPr>
        <p:spPr>
          <a:xfrm>
            <a:off x="4260850" y="563666"/>
            <a:ext cx="143423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b="1" dirty="0">
                <a:latin typeface="Arial Black" panose="020B0604020202020204" pitchFamily="34" charset="0"/>
                <a:cs typeface="Arial Black" panose="020B0604020202020204" pitchFamily="34" charset="0"/>
              </a:rPr>
              <a:t>Información General de la Asignatura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C30B19F-6A84-7FAC-01C4-6D2B739D0450}"/>
              </a:ext>
            </a:extLst>
          </p:cNvPr>
          <p:cNvSpPr txBox="1">
            <a:spLocks/>
          </p:cNvSpPr>
          <p:nvPr/>
        </p:nvSpPr>
        <p:spPr>
          <a:xfrm>
            <a:off x="7308850" y="2378075"/>
            <a:ext cx="11718012" cy="8309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just"/>
            <a:r>
              <a:rPr lang="es-ES" sz="3600" b="0" dirty="0"/>
              <a:t>La asignatura Preprocesamiento de Datos se inserta en la línea curricular de especialidad y se encuentra en el quinto semestre, dentro de la línea formativa de Análisis de Datos. </a:t>
            </a:r>
          </a:p>
          <a:p>
            <a:pPr algn="just"/>
            <a:endParaRPr lang="es-ES" sz="3600" b="0" dirty="0"/>
          </a:p>
          <a:p>
            <a:pPr algn="just"/>
            <a:r>
              <a:rPr lang="es-ES" sz="3600" b="0" dirty="0"/>
              <a:t>En este curso, aprenderás a preparar conjuntos de datos para su análisis y modelado en proyectos de machine </a:t>
            </a:r>
            <a:r>
              <a:rPr lang="es-ES" sz="3600" b="0" dirty="0" err="1"/>
              <a:t>learning</a:t>
            </a:r>
            <a:r>
              <a:rPr lang="es-ES" sz="3600" b="0" dirty="0"/>
              <a:t>, asegurando la calidad e integridad de la información. </a:t>
            </a:r>
          </a:p>
          <a:p>
            <a:pPr algn="just"/>
            <a:endParaRPr lang="es-ES" sz="3600" b="0" dirty="0"/>
          </a:p>
          <a:p>
            <a:pPr algn="just"/>
            <a:r>
              <a:rPr lang="es-ES" sz="3600" b="0" dirty="0"/>
              <a:t>Desarrollarás habilidades para analizar datos exploratoriamente, identificar patrones relevantes, y realizar transformaciones esenciales mediante herramientas como Python, fundamentales en este campo profesional.</a:t>
            </a:r>
          </a:p>
        </p:txBody>
      </p:sp>
    </p:spTree>
    <p:extLst>
      <p:ext uri="{BB962C8B-B14F-4D97-AF65-F5344CB8AC3E}">
        <p14:creationId xmlns:p14="http://schemas.microsoft.com/office/powerpoint/2010/main" val="425456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4260850" y="563666"/>
            <a:ext cx="143423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b="1" dirty="0">
                <a:latin typeface="Arial Black" panose="020B0604020202020204" pitchFamily="34" charset="0"/>
                <a:cs typeface="Arial Black" panose="020B0604020202020204" pitchFamily="34" charset="0"/>
              </a:rPr>
              <a:t>Información General de la Asignatura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62EBFE2-6CDE-6A46-DD2D-F007B2FA5062}"/>
              </a:ext>
            </a:extLst>
          </p:cNvPr>
          <p:cNvSpPr txBox="1">
            <a:spLocks/>
          </p:cNvSpPr>
          <p:nvPr/>
        </p:nvSpPr>
        <p:spPr>
          <a:xfrm>
            <a:off x="7194828" y="2301875"/>
            <a:ext cx="97536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600" dirty="0">
                <a:latin typeface="Arial Black" panose="020B0604020202020204" pitchFamily="34" charset="0"/>
                <a:cs typeface="Arial Black" panose="020B0604020202020204" pitchFamily="34" charset="0"/>
              </a:rPr>
              <a:t>Resultados de Aprendizaje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714A455-0E18-E1B9-0B18-46C49D744D2F}"/>
              </a:ext>
            </a:extLst>
          </p:cNvPr>
          <p:cNvSpPr txBox="1">
            <a:spLocks/>
          </p:cNvSpPr>
          <p:nvPr/>
        </p:nvSpPr>
        <p:spPr>
          <a:xfrm>
            <a:off x="7194574" y="3858800"/>
            <a:ext cx="11181230" cy="4431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just"/>
            <a:r>
              <a:rPr lang="es-CL" sz="2400" dirty="0"/>
              <a:t>RA1</a:t>
            </a:r>
            <a:r>
              <a:rPr lang="es-CL" sz="2400" b="0" dirty="0"/>
              <a:t> </a:t>
            </a:r>
            <a:r>
              <a:rPr lang="es-ES" sz="2400" b="0" dirty="0"/>
              <a:t> Analiza de manera exploratoria los datos con la finalidad de obtener información estratégica de una organización y ofrecer soluciones efectivas a los requerimientos, en un contexto de proyecto de machine </a:t>
            </a:r>
            <a:r>
              <a:rPr lang="es-ES" sz="2400" b="0" dirty="0" err="1"/>
              <a:t>learning</a:t>
            </a:r>
            <a:r>
              <a:rPr lang="es-ES" sz="2400" b="0" dirty="0"/>
              <a:t>, siempre considerando la integridad y la ética.</a:t>
            </a:r>
          </a:p>
          <a:p>
            <a:pPr algn="just"/>
            <a:endParaRPr lang="es-CL" sz="2400" b="0" dirty="0"/>
          </a:p>
          <a:p>
            <a:pPr algn="just"/>
            <a:r>
              <a:rPr lang="es-CL" sz="2400" dirty="0"/>
              <a:t>RA2</a:t>
            </a:r>
            <a:r>
              <a:rPr lang="es-CL" sz="2400" b="0" dirty="0"/>
              <a:t> </a:t>
            </a:r>
            <a:r>
              <a:rPr lang="es-ES" sz="2400" b="0" dirty="0"/>
              <a:t>Utiliza herramientas gráficas básicas que representen datos de interés para la organización, en un contexto de proyecto de machine </a:t>
            </a:r>
            <a:r>
              <a:rPr lang="es-ES" sz="2400" b="0" dirty="0" err="1"/>
              <a:t>learning</a:t>
            </a:r>
            <a:r>
              <a:rPr lang="es-ES" sz="2400" b="0" dirty="0"/>
              <a:t>, siempre considerando la integridad y la ética.</a:t>
            </a:r>
          </a:p>
          <a:p>
            <a:pPr algn="just"/>
            <a:endParaRPr lang="es-CL" sz="2400" b="0" dirty="0"/>
          </a:p>
          <a:p>
            <a:pPr algn="just"/>
            <a:r>
              <a:rPr lang="es-CL" sz="2400" dirty="0"/>
              <a:t>RA3</a:t>
            </a:r>
            <a:r>
              <a:rPr lang="es-CL" sz="2400" b="0" dirty="0"/>
              <a:t> </a:t>
            </a:r>
            <a:r>
              <a:rPr lang="es-ES" sz="2400" b="0" dirty="0"/>
              <a:t>Procesa los datos para facilitar la aplicación de algoritmos de machine </a:t>
            </a:r>
            <a:r>
              <a:rPr lang="es-ES" sz="2400" b="0" dirty="0" err="1"/>
              <a:t>learning</a:t>
            </a:r>
            <a:r>
              <a:rPr lang="es-ES" sz="2400" b="0" dirty="0"/>
              <a:t>, para dar respuesta a los requerimientos de la organización, siempre considerando la integridad y la ética.</a:t>
            </a:r>
            <a:endParaRPr lang="es-CL" sz="2400" b="0" dirty="0"/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Evaluaciones Parciales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75E555F-1EBB-29ED-215D-C421D1A1B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5344"/>
              </p:ext>
            </p:extLst>
          </p:nvPr>
        </p:nvGraphicFramePr>
        <p:xfrm>
          <a:off x="1212850" y="1920875"/>
          <a:ext cx="18135600" cy="785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0">
                  <a:extLst>
                    <a:ext uri="{9D8B030D-6E8A-4147-A177-3AD203B41FA5}">
                      <a16:colId xmlns:a16="http://schemas.microsoft.com/office/drawing/2014/main" val="710392569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1644824752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3380966706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400517945"/>
                    </a:ext>
                  </a:extLst>
                </a:gridCol>
              </a:tblGrid>
              <a:tr h="1390650"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SEMANA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CONTENIDO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10489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s-CL" sz="4000" dirty="0" err="1"/>
                        <a:t>xx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Cuestionario selección múltiple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Bases del análisis exploratorio</a:t>
                      </a:r>
                      <a:endParaRPr lang="es-CL" sz="4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5706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s-CL" sz="4000" dirty="0" err="1"/>
                        <a:t>xx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Entrega de encargo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Representación gráfica de datos</a:t>
                      </a:r>
                      <a:endParaRPr lang="es-CL" sz="4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77625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s-CL" sz="4000" dirty="0" err="1"/>
                        <a:t>xx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Cuestionario selección múltiple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Tratamiento de datos</a:t>
                      </a:r>
                      <a:endParaRPr lang="es-CL" sz="4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6600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s-CL" sz="4000" dirty="0" err="1"/>
                        <a:t>xx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Encargo con presentación</a:t>
                      </a:r>
                      <a:endParaRPr lang="es-CL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4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Preprocesamiento de datos para un proyecto de machine </a:t>
                      </a:r>
                      <a:r>
                        <a:rPr lang="es-ES" sz="4000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endParaRPr lang="es-CL" sz="4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35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E8654AB-8B5E-EB4F-9428-CC18F7604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985" y="4582598"/>
            <a:ext cx="3005299" cy="553998"/>
          </a:xfrm>
        </p:spPr>
        <p:txBody>
          <a:bodyPr/>
          <a:lstStyle/>
          <a:p>
            <a:r>
              <a:rPr lang="es-CL" dirty="0" err="1"/>
              <a:t>Brownlee</a:t>
            </a:r>
            <a:r>
              <a:rPr lang="es-CL" dirty="0"/>
              <a:t> , J.,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570C8D-B9E4-1147-8374-C07D10E085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32050" y="2060086"/>
            <a:ext cx="2955170" cy="2308324"/>
          </a:xfrm>
        </p:spPr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F325E4-337C-C94D-82A1-4494F6BCB8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0778" y="5908547"/>
            <a:ext cx="2916442" cy="2462213"/>
          </a:xfrm>
        </p:spPr>
        <p:txBody>
          <a:bodyPr/>
          <a:lstStyle/>
          <a:p>
            <a:r>
              <a:rPr lang="es-CL" sz="3200" dirty="0"/>
              <a:t>(2020) </a:t>
            </a:r>
          </a:p>
          <a:p>
            <a:r>
              <a:rPr lang="es-CL" sz="3200" b="0" i="0" dirty="0">
                <a:effectLst/>
                <a:latin typeface="Helvetica Neue"/>
              </a:rPr>
              <a:t>Data </a:t>
            </a:r>
            <a:r>
              <a:rPr lang="es-CL" sz="3200" b="0" i="0" dirty="0" err="1">
                <a:effectLst/>
                <a:latin typeface="Helvetica Neue"/>
              </a:rPr>
              <a:t>Preparation</a:t>
            </a:r>
            <a:r>
              <a:rPr lang="es-CL" sz="3200" b="0" i="0" dirty="0">
                <a:effectLst/>
                <a:latin typeface="Helvetica Neue"/>
              </a:rPr>
              <a:t> </a:t>
            </a:r>
            <a:r>
              <a:rPr lang="es-CL" sz="3200" b="0" i="0" dirty="0" err="1">
                <a:effectLst/>
                <a:latin typeface="Helvetica Neue"/>
              </a:rPr>
              <a:t>for</a:t>
            </a:r>
            <a:r>
              <a:rPr lang="es-CL" sz="3200" b="0" i="0" dirty="0">
                <a:effectLst/>
                <a:latin typeface="Helvetica Neue"/>
              </a:rPr>
              <a:t> Machine </a:t>
            </a:r>
            <a:r>
              <a:rPr lang="es-CL" sz="3200" b="0" i="0" dirty="0" err="1">
                <a:effectLst/>
                <a:latin typeface="Helvetica Neue"/>
              </a:rPr>
              <a:t>Learning</a:t>
            </a:r>
            <a:r>
              <a:rPr lang="es-CL" sz="3200" b="0" i="0" dirty="0">
                <a:effectLst/>
                <a:latin typeface="Helvetica Neue"/>
              </a:rPr>
              <a:t>….</a:t>
            </a:r>
            <a:endParaRPr lang="es-CL" sz="32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ADC15C-DE36-D34F-9D94-38F20902C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8987" y="4582598"/>
            <a:ext cx="3005299" cy="553998"/>
          </a:xfrm>
        </p:spPr>
        <p:txBody>
          <a:bodyPr/>
          <a:lstStyle/>
          <a:p>
            <a:r>
              <a:rPr lang="es-CL" dirty="0" err="1"/>
              <a:t>Géron</a:t>
            </a:r>
            <a:r>
              <a:rPr lang="es-CL" dirty="0"/>
              <a:t> , A.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5AE3270-ED3D-8C40-8852-E32E30557A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7390" y="2107075"/>
            <a:ext cx="2955170" cy="2308324"/>
          </a:xfrm>
        </p:spPr>
        <p:txBody>
          <a:bodyPr/>
          <a:lstStyle/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141023F-BD07-594C-987C-3366301EA1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58730" y="5908547"/>
            <a:ext cx="2916442" cy="1477328"/>
          </a:xfrm>
        </p:spPr>
        <p:txBody>
          <a:bodyPr/>
          <a:lstStyle/>
          <a:p>
            <a:r>
              <a:rPr lang="es-CL" sz="3200" dirty="0"/>
              <a:t>(2022) </a:t>
            </a:r>
            <a:r>
              <a:rPr lang="en-US" sz="3200" b="0" i="0" dirty="0">
                <a:effectLst/>
                <a:latin typeface="Helvetica Neue"/>
              </a:rPr>
              <a:t>Hands-on Machine Learning …</a:t>
            </a:r>
            <a:endParaRPr lang="es-CL" sz="3200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A03901C-E436-6B4F-8D47-F4C81DA6CB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42730" y="4582598"/>
            <a:ext cx="3005299" cy="1107996"/>
          </a:xfrm>
        </p:spPr>
        <p:txBody>
          <a:bodyPr/>
          <a:lstStyle/>
          <a:p>
            <a:r>
              <a:rPr lang="es-CL" dirty="0"/>
              <a:t>Generalitat de Cataluña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8D19C94-A511-344F-8DCE-4B48C9B73B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9E12E319-834A-E240-B1F7-9FBE7F133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31587" y="5908547"/>
            <a:ext cx="2916442" cy="1969770"/>
          </a:xfrm>
        </p:spPr>
        <p:txBody>
          <a:bodyPr/>
          <a:lstStyle/>
          <a:p>
            <a:r>
              <a:rPr lang="es-CL" sz="3200" dirty="0"/>
              <a:t>(2019)         </a:t>
            </a:r>
          </a:p>
          <a:p>
            <a:r>
              <a:rPr lang="es-CL" sz="3200" b="0" i="0" dirty="0">
                <a:solidFill>
                  <a:srgbClr val="222222"/>
                </a:solidFill>
                <a:effectLst/>
                <a:latin typeface="Helvetica Neue"/>
              </a:rPr>
              <a:t>Guía de Visualización </a:t>
            </a:r>
            <a:r>
              <a:rPr lang="es-CL" sz="3200" b="0" i="0">
                <a:solidFill>
                  <a:srgbClr val="222222"/>
                </a:solidFill>
                <a:effectLst/>
                <a:latin typeface="Helvetica Neue"/>
              </a:rPr>
              <a:t>de Datos</a:t>
            </a:r>
            <a:endParaRPr lang="es-CL" sz="3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B126D10-CF23-A6AA-60EC-92EA85A98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762" y="2278110"/>
            <a:ext cx="2956816" cy="230448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E66289D-E1BA-173B-733A-6F3EC093FF32}"/>
              </a:ext>
            </a:extLst>
          </p:cNvPr>
          <p:cNvSpPr txBox="1"/>
          <p:nvPr/>
        </p:nvSpPr>
        <p:spPr>
          <a:xfrm>
            <a:off x="15005050" y="2014742"/>
            <a:ext cx="32952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621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FCFCE32-57AF-B34B-B00D-882AFE0CC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040" y="1258411"/>
            <a:ext cx="4343400" cy="738664"/>
          </a:xfrm>
        </p:spPr>
        <p:txBody>
          <a:bodyPr/>
          <a:lstStyle/>
          <a:p>
            <a:r>
              <a:rPr lang="es-CL" dirty="0"/>
              <a:t>REGLAS</a:t>
            </a: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46E33E6-9D8E-9D47-B56E-A3992A718690}"/>
              </a:ext>
            </a:extLst>
          </p:cNvPr>
          <p:cNvSpPr/>
          <p:nvPr/>
        </p:nvSpPr>
        <p:spPr>
          <a:xfrm>
            <a:off x="6921243" y="5349407"/>
            <a:ext cx="806450" cy="787400"/>
          </a:xfrm>
          <a:custGeom>
            <a:avLst/>
            <a:gdLst/>
            <a:ahLst/>
            <a:cxnLst/>
            <a:rect l="l" t="t" r="r" b="b"/>
            <a:pathLst>
              <a:path w="806450" h="787400">
                <a:moveTo>
                  <a:pt x="402856" y="0"/>
                </a:moveTo>
                <a:lnTo>
                  <a:pt x="355902" y="2540"/>
                </a:lnTo>
                <a:lnTo>
                  <a:pt x="310527" y="10160"/>
                </a:lnTo>
                <a:lnTo>
                  <a:pt x="267035" y="22860"/>
                </a:lnTo>
                <a:lnTo>
                  <a:pt x="225730" y="40640"/>
                </a:lnTo>
                <a:lnTo>
                  <a:pt x="186918" y="62230"/>
                </a:lnTo>
                <a:lnTo>
                  <a:pt x="150902" y="87630"/>
                </a:lnTo>
                <a:lnTo>
                  <a:pt x="117988" y="115570"/>
                </a:lnTo>
                <a:lnTo>
                  <a:pt x="88479" y="148590"/>
                </a:lnTo>
                <a:lnTo>
                  <a:pt x="62681" y="182880"/>
                </a:lnTo>
                <a:lnTo>
                  <a:pt x="40897" y="220980"/>
                </a:lnTo>
                <a:lnTo>
                  <a:pt x="23433" y="261620"/>
                </a:lnTo>
                <a:lnTo>
                  <a:pt x="10592" y="304800"/>
                </a:lnTo>
                <a:lnTo>
                  <a:pt x="2679" y="347980"/>
                </a:lnTo>
                <a:lnTo>
                  <a:pt x="0" y="394970"/>
                </a:lnTo>
                <a:lnTo>
                  <a:pt x="2752" y="440690"/>
                </a:lnTo>
                <a:lnTo>
                  <a:pt x="10736" y="485140"/>
                </a:lnTo>
                <a:lnTo>
                  <a:pt x="23645" y="527050"/>
                </a:lnTo>
                <a:lnTo>
                  <a:pt x="41174" y="567690"/>
                </a:lnTo>
                <a:lnTo>
                  <a:pt x="63019" y="605790"/>
                </a:lnTo>
                <a:lnTo>
                  <a:pt x="88874" y="640080"/>
                </a:lnTo>
                <a:lnTo>
                  <a:pt x="118434" y="673100"/>
                </a:lnTo>
                <a:lnTo>
                  <a:pt x="151395" y="701040"/>
                </a:lnTo>
                <a:lnTo>
                  <a:pt x="187450" y="726440"/>
                </a:lnTo>
                <a:lnTo>
                  <a:pt x="226295" y="748030"/>
                </a:lnTo>
                <a:lnTo>
                  <a:pt x="267625" y="764540"/>
                </a:lnTo>
                <a:lnTo>
                  <a:pt x="311135" y="777240"/>
                </a:lnTo>
                <a:lnTo>
                  <a:pt x="356520" y="784860"/>
                </a:lnTo>
                <a:lnTo>
                  <a:pt x="403474" y="787400"/>
                </a:lnTo>
                <a:lnTo>
                  <a:pt x="450426" y="784860"/>
                </a:lnTo>
                <a:lnTo>
                  <a:pt x="495800" y="777240"/>
                </a:lnTo>
                <a:lnTo>
                  <a:pt x="539290" y="764540"/>
                </a:lnTo>
                <a:lnTo>
                  <a:pt x="545645" y="762000"/>
                </a:lnTo>
                <a:lnTo>
                  <a:pt x="390867" y="762000"/>
                </a:lnTo>
                <a:lnTo>
                  <a:pt x="368767" y="754380"/>
                </a:lnTo>
                <a:lnTo>
                  <a:pt x="318231" y="754380"/>
                </a:lnTo>
                <a:lnTo>
                  <a:pt x="270563" y="740410"/>
                </a:lnTo>
                <a:lnTo>
                  <a:pt x="225761" y="720090"/>
                </a:lnTo>
                <a:lnTo>
                  <a:pt x="184279" y="694690"/>
                </a:lnTo>
                <a:lnTo>
                  <a:pt x="146571" y="665480"/>
                </a:lnTo>
                <a:lnTo>
                  <a:pt x="165709" y="648970"/>
                </a:lnTo>
                <a:lnTo>
                  <a:pt x="167394" y="647700"/>
                </a:lnTo>
                <a:lnTo>
                  <a:pt x="128708" y="647700"/>
                </a:lnTo>
                <a:lnTo>
                  <a:pt x="94729" y="607060"/>
                </a:lnTo>
                <a:lnTo>
                  <a:pt x="66808" y="562610"/>
                </a:lnTo>
                <a:lnTo>
                  <a:pt x="45554" y="513080"/>
                </a:lnTo>
                <a:lnTo>
                  <a:pt x="31580" y="461010"/>
                </a:lnTo>
                <a:lnTo>
                  <a:pt x="25496" y="406400"/>
                </a:lnTo>
                <a:lnTo>
                  <a:pt x="805576" y="406400"/>
                </a:lnTo>
                <a:lnTo>
                  <a:pt x="806320" y="393700"/>
                </a:lnTo>
                <a:lnTo>
                  <a:pt x="805632" y="382270"/>
                </a:lnTo>
                <a:lnTo>
                  <a:pt x="25486" y="382270"/>
                </a:lnTo>
                <a:lnTo>
                  <a:pt x="31478" y="327660"/>
                </a:lnTo>
                <a:lnTo>
                  <a:pt x="45366" y="275590"/>
                </a:lnTo>
                <a:lnTo>
                  <a:pt x="66539" y="226060"/>
                </a:lnTo>
                <a:lnTo>
                  <a:pt x="94387" y="181610"/>
                </a:lnTo>
                <a:lnTo>
                  <a:pt x="128299" y="140970"/>
                </a:lnTo>
                <a:lnTo>
                  <a:pt x="166992" y="140970"/>
                </a:lnTo>
                <a:lnTo>
                  <a:pt x="165305" y="139700"/>
                </a:lnTo>
                <a:lnTo>
                  <a:pt x="183794" y="93980"/>
                </a:lnTo>
                <a:lnTo>
                  <a:pt x="225233" y="68580"/>
                </a:lnTo>
                <a:lnTo>
                  <a:pt x="270003" y="48260"/>
                </a:lnTo>
                <a:lnTo>
                  <a:pt x="317644" y="34290"/>
                </a:lnTo>
                <a:lnTo>
                  <a:pt x="367076" y="34290"/>
                </a:lnTo>
                <a:lnTo>
                  <a:pt x="390260" y="25400"/>
                </a:lnTo>
                <a:lnTo>
                  <a:pt x="544608" y="25400"/>
                </a:lnTo>
                <a:lnTo>
                  <a:pt x="538704" y="22860"/>
                </a:lnTo>
                <a:lnTo>
                  <a:pt x="495195" y="10160"/>
                </a:lnTo>
                <a:lnTo>
                  <a:pt x="449810" y="2540"/>
                </a:lnTo>
                <a:lnTo>
                  <a:pt x="402856" y="0"/>
                </a:lnTo>
                <a:close/>
              </a:path>
              <a:path w="806450" h="787400">
                <a:moveTo>
                  <a:pt x="415882" y="566420"/>
                </a:moveTo>
                <a:lnTo>
                  <a:pt x="390710" y="566420"/>
                </a:lnTo>
                <a:lnTo>
                  <a:pt x="390867" y="762000"/>
                </a:lnTo>
                <a:lnTo>
                  <a:pt x="416039" y="762000"/>
                </a:lnTo>
                <a:lnTo>
                  <a:pt x="415882" y="566420"/>
                </a:lnTo>
                <a:close/>
              </a:path>
              <a:path w="806450" h="787400">
                <a:moveTo>
                  <a:pt x="543501" y="566420"/>
                </a:moveTo>
                <a:lnTo>
                  <a:pt x="415882" y="566420"/>
                </a:lnTo>
                <a:lnTo>
                  <a:pt x="451986" y="568960"/>
                </a:lnTo>
                <a:lnTo>
                  <a:pt x="487065" y="575310"/>
                </a:lnTo>
                <a:lnTo>
                  <a:pt x="520959" y="584200"/>
                </a:lnTo>
                <a:lnTo>
                  <a:pt x="553511" y="596900"/>
                </a:lnTo>
                <a:lnTo>
                  <a:pt x="532961" y="648970"/>
                </a:lnTo>
                <a:lnTo>
                  <a:pt x="508285" y="692150"/>
                </a:lnTo>
                <a:lnTo>
                  <a:pt x="480136" y="726440"/>
                </a:lnTo>
                <a:lnTo>
                  <a:pt x="449170" y="750570"/>
                </a:lnTo>
                <a:lnTo>
                  <a:pt x="416039" y="762000"/>
                </a:lnTo>
                <a:lnTo>
                  <a:pt x="545645" y="762000"/>
                </a:lnTo>
                <a:lnTo>
                  <a:pt x="564708" y="754380"/>
                </a:lnTo>
                <a:lnTo>
                  <a:pt x="488697" y="754380"/>
                </a:lnTo>
                <a:lnTo>
                  <a:pt x="515038" y="726440"/>
                </a:lnTo>
                <a:lnTo>
                  <a:pt x="538796" y="693420"/>
                </a:lnTo>
                <a:lnTo>
                  <a:pt x="559650" y="652780"/>
                </a:lnTo>
                <a:lnTo>
                  <a:pt x="577280" y="607060"/>
                </a:lnTo>
                <a:lnTo>
                  <a:pt x="625750" y="607060"/>
                </a:lnTo>
                <a:lnTo>
                  <a:pt x="609764" y="596900"/>
                </a:lnTo>
                <a:lnTo>
                  <a:pt x="584652" y="582930"/>
                </a:lnTo>
                <a:lnTo>
                  <a:pt x="587124" y="572770"/>
                </a:lnTo>
                <a:lnTo>
                  <a:pt x="560642" y="572770"/>
                </a:lnTo>
                <a:lnTo>
                  <a:pt x="543501" y="566420"/>
                </a:lnTo>
                <a:close/>
              </a:path>
              <a:path w="806450" h="787400">
                <a:moveTo>
                  <a:pt x="257683" y="608330"/>
                </a:moveTo>
                <a:lnTo>
                  <a:pt x="229406" y="608330"/>
                </a:lnTo>
                <a:lnTo>
                  <a:pt x="247096" y="652780"/>
                </a:lnTo>
                <a:lnTo>
                  <a:pt x="268015" y="693420"/>
                </a:lnTo>
                <a:lnTo>
                  <a:pt x="291836" y="726440"/>
                </a:lnTo>
                <a:lnTo>
                  <a:pt x="318231" y="754380"/>
                </a:lnTo>
                <a:lnTo>
                  <a:pt x="368767" y="754380"/>
                </a:lnTo>
                <a:lnTo>
                  <a:pt x="357718" y="750570"/>
                </a:lnTo>
                <a:lnTo>
                  <a:pt x="326719" y="727710"/>
                </a:lnTo>
                <a:lnTo>
                  <a:pt x="298523" y="692150"/>
                </a:lnTo>
                <a:lnTo>
                  <a:pt x="273784" y="648970"/>
                </a:lnTo>
                <a:lnTo>
                  <a:pt x="257683" y="608330"/>
                </a:lnTo>
                <a:close/>
              </a:path>
              <a:path w="806450" h="787400">
                <a:moveTo>
                  <a:pt x="625750" y="607060"/>
                </a:moveTo>
                <a:lnTo>
                  <a:pt x="577280" y="607060"/>
                </a:lnTo>
                <a:lnTo>
                  <a:pt x="599508" y="619760"/>
                </a:lnTo>
                <a:lnTo>
                  <a:pt x="620775" y="633730"/>
                </a:lnTo>
                <a:lnTo>
                  <a:pt x="641019" y="648970"/>
                </a:lnTo>
                <a:lnTo>
                  <a:pt x="660178" y="664210"/>
                </a:lnTo>
                <a:lnTo>
                  <a:pt x="622522" y="694690"/>
                </a:lnTo>
                <a:lnTo>
                  <a:pt x="581085" y="720090"/>
                </a:lnTo>
                <a:lnTo>
                  <a:pt x="536325" y="739140"/>
                </a:lnTo>
                <a:lnTo>
                  <a:pt x="488697" y="754380"/>
                </a:lnTo>
                <a:lnTo>
                  <a:pt x="564708" y="754380"/>
                </a:lnTo>
                <a:lnTo>
                  <a:pt x="619405" y="726440"/>
                </a:lnTo>
                <a:lnTo>
                  <a:pt x="655419" y="701040"/>
                </a:lnTo>
                <a:lnTo>
                  <a:pt x="688333" y="671830"/>
                </a:lnTo>
                <a:lnTo>
                  <a:pt x="710760" y="647700"/>
                </a:lnTo>
                <a:lnTo>
                  <a:pt x="678021" y="647700"/>
                </a:lnTo>
                <a:lnTo>
                  <a:pt x="656519" y="628650"/>
                </a:lnTo>
                <a:lnTo>
                  <a:pt x="633743" y="612140"/>
                </a:lnTo>
                <a:lnTo>
                  <a:pt x="625750" y="607060"/>
                </a:lnTo>
                <a:close/>
              </a:path>
              <a:path w="806450" h="787400">
                <a:moveTo>
                  <a:pt x="222579" y="406400"/>
                </a:moveTo>
                <a:lnTo>
                  <a:pt x="197397" y="406400"/>
                </a:lnTo>
                <a:lnTo>
                  <a:pt x="199598" y="454660"/>
                </a:lnTo>
                <a:lnTo>
                  <a:pt x="204522" y="499110"/>
                </a:lnTo>
                <a:lnTo>
                  <a:pt x="212030" y="543560"/>
                </a:lnTo>
                <a:lnTo>
                  <a:pt x="221982" y="584200"/>
                </a:lnTo>
                <a:lnTo>
                  <a:pt x="196883" y="596900"/>
                </a:lnTo>
                <a:lnTo>
                  <a:pt x="172926" y="612140"/>
                </a:lnTo>
                <a:lnTo>
                  <a:pt x="150179" y="629920"/>
                </a:lnTo>
                <a:lnTo>
                  <a:pt x="128708" y="647700"/>
                </a:lnTo>
                <a:lnTo>
                  <a:pt x="167394" y="647700"/>
                </a:lnTo>
                <a:lnTo>
                  <a:pt x="185935" y="633730"/>
                </a:lnTo>
                <a:lnTo>
                  <a:pt x="207188" y="619760"/>
                </a:lnTo>
                <a:lnTo>
                  <a:pt x="229406" y="608330"/>
                </a:lnTo>
                <a:lnTo>
                  <a:pt x="257683" y="608330"/>
                </a:lnTo>
                <a:lnTo>
                  <a:pt x="253154" y="596900"/>
                </a:lnTo>
                <a:lnTo>
                  <a:pt x="285673" y="584200"/>
                </a:lnTo>
                <a:lnTo>
                  <a:pt x="319545" y="575310"/>
                </a:lnTo>
                <a:lnTo>
                  <a:pt x="333571" y="572770"/>
                </a:lnTo>
                <a:lnTo>
                  <a:pt x="245971" y="572770"/>
                </a:lnTo>
                <a:lnTo>
                  <a:pt x="236590" y="534670"/>
                </a:lnTo>
                <a:lnTo>
                  <a:pt x="229449" y="494030"/>
                </a:lnTo>
                <a:lnTo>
                  <a:pt x="224722" y="450850"/>
                </a:lnTo>
                <a:lnTo>
                  <a:pt x="222579" y="406400"/>
                </a:lnTo>
                <a:close/>
              </a:path>
              <a:path w="806450" h="787400">
                <a:moveTo>
                  <a:pt x="805576" y="406400"/>
                </a:moveTo>
                <a:lnTo>
                  <a:pt x="780845" y="406400"/>
                </a:lnTo>
                <a:lnTo>
                  <a:pt x="774852" y="461010"/>
                </a:lnTo>
                <a:lnTo>
                  <a:pt x="760964" y="513080"/>
                </a:lnTo>
                <a:lnTo>
                  <a:pt x="739789" y="561340"/>
                </a:lnTo>
                <a:lnTo>
                  <a:pt x="711938" y="607060"/>
                </a:lnTo>
                <a:lnTo>
                  <a:pt x="678021" y="647700"/>
                </a:lnTo>
                <a:lnTo>
                  <a:pt x="710760" y="647700"/>
                </a:lnTo>
                <a:lnTo>
                  <a:pt x="743640" y="604520"/>
                </a:lnTo>
                <a:lnTo>
                  <a:pt x="765423" y="566420"/>
                </a:lnTo>
                <a:lnTo>
                  <a:pt x="782888" y="527050"/>
                </a:lnTo>
                <a:lnTo>
                  <a:pt x="795728" y="483870"/>
                </a:lnTo>
                <a:lnTo>
                  <a:pt x="803641" y="439420"/>
                </a:lnTo>
                <a:lnTo>
                  <a:pt x="805576" y="406400"/>
                </a:lnTo>
                <a:close/>
              </a:path>
              <a:path w="806450" h="787400">
                <a:moveTo>
                  <a:pt x="415746" y="406400"/>
                </a:moveTo>
                <a:lnTo>
                  <a:pt x="390574" y="406400"/>
                </a:lnTo>
                <a:lnTo>
                  <a:pt x="390689" y="542290"/>
                </a:lnTo>
                <a:lnTo>
                  <a:pt x="352754" y="544830"/>
                </a:lnTo>
                <a:lnTo>
                  <a:pt x="315880" y="551180"/>
                </a:lnTo>
                <a:lnTo>
                  <a:pt x="280230" y="560070"/>
                </a:lnTo>
                <a:lnTo>
                  <a:pt x="245971" y="572770"/>
                </a:lnTo>
                <a:lnTo>
                  <a:pt x="333571" y="572770"/>
                </a:lnTo>
                <a:lnTo>
                  <a:pt x="354610" y="568960"/>
                </a:lnTo>
                <a:lnTo>
                  <a:pt x="390710" y="566420"/>
                </a:lnTo>
                <a:lnTo>
                  <a:pt x="543501" y="566420"/>
                </a:lnTo>
                <a:lnTo>
                  <a:pt x="526360" y="560070"/>
                </a:lnTo>
                <a:lnTo>
                  <a:pt x="490699" y="551180"/>
                </a:lnTo>
                <a:lnTo>
                  <a:pt x="453817" y="544830"/>
                </a:lnTo>
                <a:lnTo>
                  <a:pt x="415872" y="542290"/>
                </a:lnTo>
                <a:lnTo>
                  <a:pt x="415746" y="406400"/>
                </a:lnTo>
                <a:close/>
              </a:path>
              <a:path w="806450" h="787400">
                <a:moveTo>
                  <a:pt x="608934" y="406400"/>
                </a:moveTo>
                <a:lnTo>
                  <a:pt x="583762" y="406400"/>
                </a:lnTo>
                <a:lnTo>
                  <a:pt x="581694" y="450850"/>
                </a:lnTo>
                <a:lnTo>
                  <a:pt x="577036" y="492760"/>
                </a:lnTo>
                <a:lnTo>
                  <a:pt x="569960" y="534670"/>
                </a:lnTo>
                <a:lnTo>
                  <a:pt x="560642" y="572770"/>
                </a:lnTo>
                <a:lnTo>
                  <a:pt x="587124" y="572770"/>
                </a:lnTo>
                <a:lnTo>
                  <a:pt x="594540" y="542290"/>
                </a:lnTo>
                <a:lnTo>
                  <a:pt x="601980" y="499110"/>
                </a:lnTo>
                <a:lnTo>
                  <a:pt x="606826" y="453390"/>
                </a:lnTo>
                <a:lnTo>
                  <a:pt x="608934" y="406400"/>
                </a:lnTo>
                <a:close/>
              </a:path>
              <a:path w="806450" h="787400">
                <a:moveTo>
                  <a:pt x="166992" y="140970"/>
                </a:moveTo>
                <a:lnTo>
                  <a:pt x="128299" y="140970"/>
                </a:lnTo>
                <a:lnTo>
                  <a:pt x="149797" y="158750"/>
                </a:lnTo>
                <a:lnTo>
                  <a:pt x="172573" y="176530"/>
                </a:lnTo>
                <a:lnTo>
                  <a:pt x="196554" y="191770"/>
                </a:lnTo>
                <a:lnTo>
                  <a:pt x="221668" y="204470"/>
                </a:lnTo>
                <a:lnTo>
                  <a:pt x="211784" y="245110"/>
                </a:lnTo>
                <a:lnTo>
                  <a:pt x="204344" y="288290"/>
                </a:lnTo>
                <a:lnTo>
                  <a:pt x="199496" y="334010"/>
                </a:lnTo>
                <a:lnTo>
                  <a:pt x="197386" y="382270"/>
                </a:lnTo>
                <a:lnTo>
                  <a:pt x="222558" y="382270"/>
                </a:lnTo>
                <a:lnTo>
                  <a:pt x="224630" y="337820"/>
                </a:lnTo>
                <a:lnTo>
                  <a:pt x="229288" y="294640"/>
                </a:lnTo>
                <a:lnTo>
                  <a:pt x="236361" y="254000"/>
                </a:lnTo>
                <a:lnTo>
                  <a:pt x="245678" y="215900"/>
                </a:lnTo>
                <a:lnTo>
                  <a:pt x="333286" y="215900"/>
                </a:lnTo>
                <a:lnTo>
                  <a:pt x="319254" y="213360"/>
                </a:lnTo>
                <a:lnTo>
                  <a:pt x="285365" y="204470"/>
                </a:lnTo>
                <a:lnTo>
                  <a:pt x="252829" y="191770"/>
                </a:lnTo>
                <a:lnTo>
                  <a:pt x="257339" y="180340"/>
                </a:lnTo>
                <a:lnTo>
                  <a:pt x="229040" y="180340"/>
                </a:lnTo>
                <a:lnTo>
                  <a:pt x="206813" y="168910"/>
                </a:lnTo>
                <a:lnTo>
                  <a:pt x="185549" y="154940"/>
                </a:lnTo>
                <a:lnTo>
                  <a:pt x="166992" y="140970"/>
                </a:lnTo>
                <a:close/>
              </a:path>
              <a:path w="806450" h="787400">
                <a:moveTo>
                  <a:pt x="333286" y="215900"/>
                </a:moveTo>
                <a:lnTo>
                  <a:pt x="245678" y="215900"/>
                </a:lnTo>
                <a:lnTo>
                  <a:pt x="279963" y="228600"/>
                </a:lnTo>
                <a:lnTo>
                  <a:pt x="315629" y="237490"/>
                </a:lnTo>
                <a:lnTo>
                  <a:pt x="352511" y="243840"/>
                </a:lnTo>
                <a:lnTo>
                  <a:pt x="390448" y="246380"/>
                </a:lnTo>
                <a:lnTo>
                  <a:pt x="390553" y="382270"/>
                </a:lnTo>
                <a:lnTo>
                  <a:pt x="415746" y="382270"/>
                </a:lnTo>
                <a:lnTo>
                  <a:pt x="415631" y="246380"/>
                </a:lnTo>
                <a:lnTo>
                  <a:pt x="453566" y="243840"/>
                </a:lnTo>
                <a:lnTo>
                  <a:pt x="490441" y="237490"/>
                </a:lnTo>
                <a:lnTo>
                  <a:pt x="526094" y="227330"/>
                </a:lnTo>
                <a:lnTo>
                  <a:pt x="541323" y="222250"/>
                </a:lnTo>
                <a:lnTo>
                  <a:pt x="390438" y="222250"/>
                </a:lnTo>
                <a:lnTo>
                  <a:pt x="354333" y="219710"/>
                </a:lnTo>
                <a:lnTo>
                  <a:pt x="333286" y="215900"/>
                </a:lnTo>
                <a:close/>
              </a:path>
              <a:path w="806450" h="787400">
                <a:moveTo>
                  <a:pt x="587148" y="215900"/>
                </a:moveTo>
                <a:lnTo>
                  <a:pt x="560359" y="215900"/>
                </a:lnTo>
                <a:lnTo>
                  <a:pt x="569739" y="254000"/>
                </a:lnTo>
                <a:lnTo>
                  <a:pt x="576876" y="294640"/>
                </a:lnTo>
                <a:lnTo>
                  <a:pt x="581600" y="337820"/>
                </a:lnTo>
                <a:lnTo>
                  <a:pt x="583741" y="382270"/>
                </a:lnTo>
                <a:lnTo>
                  <a:pt x="608923" y="382270"/>
                </a:lnTo>
                <a:lnTo>
                  <a:pt x="606733" y="334010"/>
                </a:lnTo>
                <a:lnTo>
                  <a:pt x="601811" y="288290"/>
                </a:lnTo>
                <a:lnTo>
                  <a:pt x="594302" y="245110"/>
                </a:lnTo>
                <a:lnTo>
                  <a:pt x="587148" y="215900"/>
                </a:lnTo>
                <a:close/>
              </a:path>
              <a:path w="806450" h="787400">
                <a:moveTo>
                  <a:pt x="711538" y="140970"/>
                </a:moveTo>
                <a:lnTo>
                  <a:pt x="677612" y="140970"/>
                </a:lnTo>
                <a:lnTo>
                  <a:pt x="711592" y="181610"/>
                </a:lnTo>
                <a:lnTo>
                  <a:pt x="739515" y="226060"/>
                </a:lnTo>
                <a:lnTo>
                  <a:pt x="760770" y="274320"/>
                </a:lnTo>
                <a:lnTo>
                  <a:pt x="774744" y="326390"/>
                </a:lnTo>
                <a:lnTo>
                  <a:pt x="780824" y="381000"/>
                </a:lnTo>
                <a:lnTo>
                  <a:pt x="608923" y="382270"/>
                </a:lnTo>
                <a:lnTo>
                  <a:pt x="805632" y="382270"/>
                </a:lnTo>
                <a:lnTo>
                  <a:pt x="795585" y="303530"/>
                </a:lnTo>
                <a:lnTo>
                  <a:pt x="782676" y="261620"/>
                </a:lnTo>
                <a:lnTo>
                  <a:pt x="765148" y="220980"/>
                </a:lnTo>
                <a:lnTo>
                  <a:pt x="743304" y="182880"/>
                </a:lnTo>
                <a:lnTo>
                  <a:pt x="717450" y="147320"/>
                </a:lnTo>
                <a:lnTo>
                  <a:pt x="711538" y="140970"/>
                </a:lnTo>
                <a:close/>
              </a:path>
              <a:path w="806450" h="787400">
                <a:moveTo>
                  <a:pt x="415453" y="25400"/>
                </a:moveTo>
                <a:lnTo>
                  <a:pt x="390260" y="25400"/>
                </a:lnTo>
                <a:lnTo>
                  <a:pt x="390438" y="222250"/>
                </a:lnTo>
                <a:lnTo>
                  <a:pt x="415610" y="222250"/>
                </a:lnTo>
                <a:lnTo>
                  <a:pt x="415453" y="25400"/>
                </a:lnTo>
                <a:close/>
              </a:path>
              <a:path w="806450" h="787400">
                <a:moveTo>
                  <a:pt x="544608" y="25400"/>
                </a:moveTo>
                <a:lnTo>
                  <a:pt x="415453" y="25400"/>
                </a:lnTo>
                <a:lnTo>
                  <a:pt x="448606" y="36830"/>
                </a:lnTo>
                <a:lnTo>
                  <a:pt x="479611" y="60960"/>
                </a:lnTo>
                <a:lnTo>
                  <a:pt x="507813" y="95250"/>
                </a:lnTo>
                <a:lnTo>
                  <a:pt x="532554" y="139700"/>
                </a:lnTo>
                <a:lnTo>
                  <a:pt x="553176" y="191770"/>
                </a:lnTo>
                <a:lnTo>
                  <a:pt x="520651" y="203200"/>
                </a:lnTo>
                <a:lnTo>
                  <a:pt x="486777" y="213360"/>
                </a:lnTo>
                <a:lnTo>
                  <a:pt x="451710" y="219710"/>
                </a:lnTo>
                <a:lnTo>
                  <a:pt x="415610" y="222250"/>
                </a:lnTo>
                <a:lnTo>
                  <a:pt x="541323" y="222250"/>
                </a:lnTo>
                <a:lnTo>
                  <a:pt x="560359" y="215900"/>
                </a:lnTo>
                <a:lnTo>
                  <a:pt x="587148" y="215900"/>
                </a:lnTo>
                <a:lnTo>
                  <a:pt x="584348" y="204470"/>
                </a:lnTo>
                <a:lnTo>
                  <a:pt x="609437" y="190500"/>
                </a:lnTo>
                <a:lnTo>
                  <a:pt x="625407" y="180340"/>
                </a:lnTo>
                <a:lnTo>
                  <a:pt x="576924" y="180340"/>
                </a:lnTo>
                <a:lnTo>
                  <a:pt x="559230" y="134620"/>
                </a:lnTo>
                <a:lnTo>
                  <a:pt x="538312" y="95250"/>
                </a:lnTo>
                <a:lnTo>
                  <a:pt x="514493" y="60960"/>
                </a:lnTo>
                <a:lnTo>
                  <a:pt x="488100" y="34290"/>
                </a:lnTo>
                <a:lnTo>
                  <a:pt x="565273" y="34290"/>
                </a:lnTo>
                <a:lnTo>
                  <a:pt x="544608" y="25400"/>
                </a:lnTo>
                <a:close/>
              </a:path>
              <a:path w="806450" h="787400">
                <a:moveTo>
                  <a:pt x="367076" y="34290"/>
                </a:moveTo>
                <a:lnTo>
                  <a:pt x="317644" y="34290"/>
                </a:lnTo>
                <a:lnTo>
                  <a:pt x="291296" y="60960"/>
                </a:lnTo>
                <a:lnTo>
                  <a:pt x="267531" y="95250"/>
                </a:lnTo>
                <a:lnTo>
                  <a:pt x="246671" y="134620"/>
                </a:lnTo>
                <a:lnTo>
                  <a:pt x="229040" y="180340"/>
                </a:lnTo>
                <a:lnTo>
                  <a:pt x="257339" y="180340"/>
                </a:lnTo>
                <a:lnTo>
                  <a:pt x="273374" y="139700"/>
                </a:lnTo>
                <a:lnTo>
                  <a:pt x="298043" y="95250"/>
                </a:lnTo>
                <a:lnTo>
                  <a:pt x="326184" y="60960"/>
                </a:lnTo>
                <a:lnTo>
                  <a:pt x="357141" y="38100"/>
                </a:lnTo>
                <a:lnTo>
                  <a:pt x="367076" y="34290"/>
                </a:lnTo>
                <a:close/>
              </a:path>
              <a:path w="806450" h="787400">
                <a:moveTo>
                  <a:pt x="565273" y="34290"/>
                </a:moveTo>
                <a:lnTo>
                  <a:pt x="488100" y="34290"/>
                </a:lnTo>
                <a:lnTo>
                  <a:pt x="535766" y="48260"/>
                </a:lnTo>
                <a:lnTo>
                  <a:pt x="580564" y="68580"/>
                </a:lnTo>
                <a:lnTo>
                  <a:pt x="622043" y="93980"/>
                </a:lnTo>
                <a:lnTo>
                  <a:pt x="659749" y="123190"/>
                </a:lnTo>
                <a:lnTo>
                  <a:pt x="640603" y="139700"/>
                </a:lnTo>
                <a:lnTo>
                  <a:pt x="620379" y="154940"/>
                </a:lnTo>
                <a:lnTo>
                  <a:pt x="599133" y="167640"/>
                </a:lnTo>
                <a:lnTo>
                  <a:pt x="576924" y="180340"/>
                </a:lnTo>
                <a:lnTo>
                  <a:pt x="625407" y="180340"/>
                </a:lnTo>
                <a:lnTo>
                  <a:pt x="633391" y="175260"/>
                </a:lnTo>
                <a:lnTo>
                  <a:pt x="656140" y="158750"/>
                </a:lnTo>
                <a:lnTo>
                  <a:pt x="677612" y="140970"/>
                </a:lnTo>
                <a:lnTo>
                  <a:pt x="711538" y="140970"/>
                </a:lnTo>
                <a:lnTo>
                  <a:pt x="687891" y="115570"/>
                </a:lnTo>
                <a:lnTo>
                  <a:pt x="654932" y="86360"/>
                </a:lnTo>
                <a:lnTo>
                  <a:pt x="618877" y="60960"/>
                </a:lnTo>
                <a:lnTo>
                  <a:pt x="580033" y="40640"/>
                </a:lnTo>
                <a:lnTo>
                  <a:pt x="565273" y="34290"/>
                </a:lnTo>
                <a:close/>
              </a:path>
            </a:pathLst>
          </a:custGeom>
          <a:solidFill>
            <a:srgbClr val="2E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FB16731C-736E-B448-A62F-A029A8F993BC}"/>
              </a:ext>
            </a:extLst>
          </p:cNvPr>
          <p:cNvSpPr/>
          <p:nvPr/>
        </p:nvSpPr>
        <p:spPr>
          <a:xfrm>
            <a:off x="6902225" y="9361016"/>
            <a:ext cx="791845" cy="734695"/>
          </a:xfrm>
          <a:custGeom>
            <a:avLst/>
            <a:gdLst/>
            <a:ahLst/>
            <a:cxnLst/>
            <a:rect l="l" t="t" r="r" b="b"/>
            <a:pathLst>
              <a:path w="791845" h="734695">
                <a:moveTo>
                  <a:pt x="201079" y="525818"/>
                </a:moveTo>
                <a:lnTo>
                  <a:pt x="107111" y="617689"/>
                </a:lnTo>
                <a:lnTo>
                  <a:pt x="107111" y="734491"/>
                </a:lnTo>
                <a:lnTo>
                  <a:pt x="201079" y="734491"/>
                </a:lnTo>
                <a:lnTo>
                  <a:pt x="201079" y="525818"/>
                </a:lnTo>
                <a:close/>
              </a:path>
              <a:path w="791845" h="734695">
                <a:moveTo>
                  <a:pt x="360502" y="464591"/>
                </a:moveTo>
                <a:lnTo>
                  <a:pt x="312115" y="417309"/>
                </a:lnTo>
                <a:lnTo>
                  <a:pt x="266509" y="461860"/>
                </a:lnTo>
                <a:lnTo>
                  <a:pt x="266509" y="734491"/>
                </a:lnTo>
                <a:lnTo>
                  <a:pt x="360502" y="734491"/>
                </a:lnTo>
                <a:lnTo>
                  <a:pt x="360502" y="464591"/>
                </a:lnTo>
                <a:close/>
              </a:path>
              <a:path w="791845" h="734695">
                <a:moveTo>
                  <a:pt x="519925" y="397764"/>
                </a:moveTo>
                <a:lnTo>
                  <a:pt x="445719" y="470281"/>
                </a:lnTo>
                <a:lnTo>
                  <a:pt x="425932" y="489610"/>
                </a:lnTo>
                <a:lnTo>
                  <a:pt x="425932" y="734491"/>
                </a:lnTo>
                <a:lnTo>
                  <a:pt x="519925" y="734491"/>
                </a:lnTo>
                <a:lnTo>
                  <a:pt x="519925" y="397764"/>
                </a:lnTo>
                <a:close/>
              </a:path>
              <a:path w="791845" h="734695">
                <a:moveTo>
                  <a:pt x="679335" y="241858"/>
                </a:moveTo>
                <a:lnTo>
                  <a:pt x="585368" y="333794"/>
                </a:lnTo>
                <a:lnTo>
                  <a:pt x="585368" y="734504"/>
                </a:lnTo>
                <a:lnTo>
                  <a:pt x="679335" y="734504"/>
                </a:lnTo>
                <a:lnTo>
                  <a:pt x="679335" y="241858"/>
                </a:lnTo>
                <a:close/>
              </a:path>
              <a:path w="791845" h="734695">
                <a:moveTo>
                  <a:pt x="791476" y="0"/>
                </a:moveTo>
                <a:lnTo>
                  <a:pt x="691045" y="26327"/>
                </a:lnTo>
                <a:lnTo>
                  <a:pt x="590600" y="52654"/>
                </a:lnTo>
                <a:lnTo>
                  <a:pt x="632612" y="93700"/>
                </a:lnTo>
                <a:lnTo>
                  <a:pt x="406019" y="315214"/>
                </a:lnTo>
                <a:lnTo>
                  <a:pt x="312115" y="223418"/>
                </a:lnTo>
                <a:lnTo>
                  <a:pt x="0" y="528497"/>
                </a:lnTo>
                <a:lnTo>
                  <a:pt x="59474" y="586701"/>
                </a:lnTo>
                <a:lnTo>
                  <a:pt x="312115" y="339763"/>
                </a:lnTo>
                <a:lnTo>
                  <a:pt x="406019" y="431546"/>
                </a:lnTo>
                <a:lnTo>
                  <a:pt x="692111" y="151841"/>
                </a:lnTo>
                <a:lnTo>
                  <a:pt x="737616" y="196329"/>
                </a:lnTo>
                <a:lnTo>
                  <a:pt x="791476" y="0"/>
                </a:lnTo>
                <a:close/>
              </a:path>
            </a:pathLst>
          </a:custGeom>
          <a:solidFill>
            <a:srgbClr val="2E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13">
            <a:extLst>
              <a:ext uri="{FF2B5EF4-FFF2-40B4-BE49-F238E27FC236}">
                <a16:creationId xmlns:a16="http://schemas.microsoft.com/office/drawing/2014/main" id="{7D89E0FA-494C-F340-8521-55CA36208297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157" y="1948334"/>
            <a:ext cx="1031738" cy="562610"/>
          </a:xfrm>
          <a:prstGeom prst="rect">
            <a:avLst/>
          </a:prstGeom>
        </p:spPr>
      </p:pic>
      <p:sp>
        <p:nvSpPr>
          <p:cNvPr id="7" name="object 14">
            <a:extLst>
              <a:ext uri="{FF2B5EF4-FFF2-40B4-BE49-F238E27FC236}">
                <a16:creationId xmlns:a16="http://schemas.microsoft.com/office/drawing/2014/main" id="{8F7548B8-DA5D-6C49-BE43-40A144D997D2}"/>
              </a:ext>
            </a:extLst>
          </p:cNvPr>
          <p:cNvSpPr/>
          <p:nvPr/>
        </p:nvSpPr>
        <p:spPr>
          <a:xfrm>
            <a:off x="6798748" y="3592190"/>
            <a:ext cx="847725" cy="565785"/>
          </a:xfrm>
          <a:custGeom>
            <a:avLst/>
            <a:gdLst/>
            <a:ahLst/>
            <a:cxnLst/>
            <a:rect l="l" t="t" r="r" b="b"/>
            <a:pathLst>
              <a:path w="847725" h="565785">
                <a:moveTo>
                  <a:pt x="143256" y="262610"/>
                </a:moveTo>
                <a:lnTo>
                  <a:pt x="143230" y="165836"/>
                </a:lnTo>
                <a:lnTo>
                  <a:pt x="108546" y="143078"/>
                </a:lnTo>
                <a:lnTo>
                  <a:pt x="108546" y="183908"/>
                </a:lnTo>
                <a:lnTo>
                  <a:pt x="108546" y="262610"/>
                </a:lnTo>
                <a:lnTo>
                  <a:pt x="34696" y="262610"/>
                </a:lnTo>
                <a:lnTo>
                  <a:pt x="34696" y="135432"/>
                </a:lnTo>
                <a:lnTo>
                  <a:pt x="108546" y="183908"/>
                </a:lnTo>
                <a:lnTo>
                  <a:pt x="108546" y="143078"/>
                </a:lnTo>
                <a:lnTo>
                  <a:pt x="96913" y="135432"/>
                </a:lnTo>
                <a:lnTo>
                  <a:pt x="31623" y="92583"/>
                </a:lnTo>
                <a:lnTo>
                  <a:pt x="27228" y="91401"/>
                </a:lnTo>
                <a:lnTo>
                  <a:pt x="22948" y="91401"/>
                </a:lnTo>
                <a:lnTo>
                  <a:pt x="14363" y="93052"/>
                </a:lnTo>
                <a:lnTo>
                  <a:pt x="7035" y="97650"/>
                </a:lnTo>
                <a:lnTo>
                  <a:pt x="1930" y="104724"/>
                </a:lnTo>
                <a:lnTo>
                  <a:pt x="25" y="113753"/>
                </a:lnTo>
                <a:lnTo>
                  <a:pt x="25" y="262610"/>
                </a:lnTo>
                <a:lnTo>
                  <a:pt x="0" y="414515"/>
                </a:lnTo>
                <a:lnTo>
                  <a:pt x="736" y="417220"/>
                </a:lnTo>
                <a:lnTo>
                  <a:pt x="15278" y="432320"/>
                </a:lnTo>
                <a:lnTo>
                  <a:pt x="17538" y="433120"/>
                </a:lnTo>
                <a:lnTo>
                  <a:pt x="19862" y="433616"/>
                </a:lnTo>
                <a:lnTo>
                  <a:pt x="22275" y="433666"/>
                </a:lnTo>
                <a:lnTo>
                  <a:pt x="22504" y="433692"/>
                </a:lnTo>
                <a:lnTo>
                  <a:pt x="22733" y="433806"/>
                </a:lnTo>
                <a:lnTo>
                  <a:pt x="22948" y="433806"/>
                </a:lnTo>
                <a:lnTo>
                  <a:pt x="23215" y="433768"/>
                </a:lnTo>
                <a:lnTo>
                  <a:pt x="24777" y="433743"/>
                </a:lnTo>
                <a:lnTo>
                  <a:pt x="26365" y="433438"/>
                </a:lnTo>
                <a:lnTo>
                  <a:pt x="28473" y="432968"/>
                </a:lnTo>
                <a:lnTo>
                  <a:pt x="28994" y="432968"/>
                </a:lnTo>
                <a:lnTo>
                  <a:pt x="29502" y="432828"/>
                </a:lnTo>
                <a:lnTo>
                  <a:pt x="31584" y="432193"/>
                </a:lnTo>
                <a:lnTo>
                  <a:pt x="33616" y="431304"/>
                </a:lnTo>
                <a:lnTo>
                  <a:pt x="35572" y="429996"/>
                </a:lnTo>
                <a:lnTo>
                  <a:pt x="143230" y="359359"/>
                </a:lnTo>
                <a:lnTo>
                  <a:pt x="143256" y="262610"/>
                </a:lnTo>
                <a:close/>
              </a:path>
              <a:path w="847725" h="565785">
                <a:moveTo>
                  <a:pt x="847699" y="0"/>
                </a:moveTo>
                <a:lnTo>
                  <a:pt x="813041" y="8547"/>
                </a:lnTo>
                <a:lnTo>
                  <a:pt x="813041" y="43484"/>
                </a:lnTo>
                <a:lnTo>
                  <a:pt x="813041" y="262610"/>
                </a:lnTo>
                <a:lnTo>
                  <a:pt x="590677" y="262610"/>
                </a:lnTo>
                <a:lnTo>
                  <a:pt x="590677" y="461860"/>
                </a:lnTo>
                <a:lnTo>
                  <a:pt x="585838" y="480606"/>
                </a:lnTo>
                <a:lnTo>
                  <a:pt x="577342" y="499313"/>
                </a:lnTo>
                <a:lnTo>
                  <a:pt x="563511" y="513918"/>
                </a:lnTo>
                <a:lnTo>
                  <a:pt x="545642" y="523417"/>
                </a:lnTo>
                <a:lnTo>
                  <a:pt x="525056" y="526808"/>
                </a:lnTo>
                <a:lnTo>
                  <a:pt x="524776" y="526808"/>
                </a:lnTo>
                <a:lnTo>
                  <a:pt x="524459" y="526757"/>
                </a:lnTo>
                <a:lnTo>
                  <a:pt x="519341" y="526707"/>
                </a:lnTo>
                <a:lnTo>
                  <a:pt x="514502" y="526110"/>
                </a:lnTo>
                <a:lnTo>
                  <a:pt x="509752" y="524954"/>
                </a:lnTo>
                <a:lnTo>
                  <a:pt x="509473" y="524916"/>
                </a:lnTo>
                <a:lnTo>
                  <a:pt x="325729" y="478917"/>
                </a:lnTo>
                <a:lnTo>
                  <a:pt x="287248" y="450659"/>
                </a:lnTo>
                <a:lnTo>
                  <a:pt x="278663" y="419036"/>
                </a:lnTo>
                <a:lnTo>
                  <a:pt x="279806" y="407987"/>
                </a:lnTo>
                <a:lnTo>
                  <a:pt x="280073" y="406704"/>
                </a:lnTo>
                <a:lnTo>
                  <a:pt x="280098" y="405422"/>
                </a:lnTo>
                <a:lnTo>
                  <a:pt x="285038" y="386537"/>
                </a:lnTo>
                <a:lnTo>
                  <a:pt x="590677" y="461860"/>
                </a:lnTo>
                <a:lnTo>
                  <a:pt x="590677" y="262610"/>
                </a:lnTo>
                <a:lnTo>
                  <a:pt x="209384" y="262610"/>
                </a:lnTo>
                <a:lnTo>
                  <a:pt x="209384" y="192265"/>
                </a:lnTo>
                <a:lnTo>
                  <a:pt x="813041" y="43484"/>
                </a:lnTo>
                <a:lnTo>
                  <a:pt x="813041" y="8547"/>
                </a:lnTo>
                <a:lnTo>
                  <a:pt x="174726" y="165836"/>
                </a:lnTo>
                <a:lnTo>
                  <a:pt x="174726" y="262610"/>
                </a:lnTo>
                <a:lnTo>
                  <a:pt x="174688" y="359308"/>
                </a:lnTo>
                <a:lnTo>
                  <a:pt x="246862" y="377139"/>
                </a:lnTo>
                <a:lnTo>
                  <a:pt x="241947" y="395897"/>
                </a:lnTo>
                <a:lnTo>
                  <a:pt x="241947" y="397243"/>
                </a:lnTo>
                <a:lnTo>
                  <a:pt x="241655" y="398576"/>
                </a:lnTo>
                <a:lnTo>
                  <a:pt x="239877" y="409790"/>
                </a:lnTo>
                <a:lnTo>
                  <a:pt x="244436" y="450138"/>
                </a:lnTo>
                <a:lnTo>
                  <a:pt x="265290" y="486244"/>
                </a:lnTo>
                <a:lnTo>
                  <a:pt x="300685" y="510692"/>
                </a:lnTo>
                <a:lnTo>
                  <a:pt x="310807" y="514324"/>
                </a:lnTo>
                <a:lnTo>
                  <a:pt x="313258" y="515543"/>
                </a:lnTo>
                <a:lnTo>
                  <a:pt x="499541" y="562203"/>
                </a:lnTo>
                <a:lnTo>
                  <a:pt x="524992" y="565353"/>
                </a:lnTo>
                <a:lnTo>
                  <a:pt x="531914" y="565353"/>
                </a:lnTo>
                <a:lnTo>
                  <a:pt x="578065" y="550849"/>
                </a:lnTo>
                <a:lnTo>
                  <a:pt x="612711" y="516597"/>
                </a:lnTo>
                <a:lnTo>
                  <a:pt x="628929" y="471347"/>
                </a:lnTo>
                <a:lnTo>
                  <a:pt x="847674" y="525221"/>
                </a:lnTo>
                <a:lnTo>
                  <a:pt x="847699" y="471347"/>
                </a:lnTo>
                <a:lnTo>
                  <a:pt x="847699" y="386537"/>
                </a:lnTo>
                <a:lnTo>
                  <a:pt x="847699" y="43484"/>
                </a:lnTo>
                <a:lnTo>
                  <a:pt x="847699" y="0"/>
                </a:lnTo>
                <a:close/>
              </a:path>
            </a:pathLst>
          </a:custGeom>
          <a:solidFill>
            <a:srgbClr val="2E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9B9CA490-2501-B64F-97E3-652F577E1321}"/>
              </a:ext>
            </a:extLst>
          </p:cNvPr>
          <p:cNvSpPr txBox="1">
            <a:spLocks/>
          </p:cNvSpPr>
          <p:nvPr/>
        </p:nvSpPr>
        <p:spPr>
          <a:xfrm>
            <a:off x="8223250" y="1041234"/>
            <a:ext cx="9225915" cy="1430776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>
            <a:lvl1pPr>
              <a:defRPr sz="855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just">
              <a:spcBef>
                <a:spcPts val="720"/>
              </a:spcBef>
            </a:pPr>
            <a:r>
              <a:rPr lang="es-CL" sz="3500" kern="0" spc="5" dirty="0"/>
              <a:t>ASISTENCIA</a:t>
            </a:r>
            <a:endParaRPr lang="es-CL" sz="3500" kern="0" dirty="0"/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b="0" kern="0" spc="10" dirty="0"/>
              <a:t>La asistencia mínima es del</a:t>
            </a:r>
            <a:r>
              <a:rPr lang="es-CL" sz="2400" kern="0" spc="10" dirty="0"/>
              <a:t> 70%.</a:t>
            </a: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b="0" kern="0" spc="10" dirty="0"/>
              <a:t>Sólo se justifican las evaluaciones.</a:t>
            </a:r>
            <a:endParaRPr lang="es-CL" sz="2400" kern="0" dirty="0"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A44A7FA4-50F6-0040-8E3C-10B2B2F6A7B5}"/>
              </a:ext>
            </a:extLst>
          </p:cNvPr>
          <p:cNvSpPr txBox="1"/>
          <p:nvPr/>
        </p:nvSpPr>
        <p:spPr>
          <a:xfrm>
            <a:off x="8223250" y="3292475"/>
            <a:ext cx="9225915" cy="101925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s-CL" sz="3500" b="1" spc="5" dirty="0">
                <a:latin typeface="Arial"/>
                <a:cs typeface="Arial"/>
              </a:rPr>
              <a:t>EXAMEN</a:t>
            </a:r>
            <a:endParaRPr sz="3500" dirty="0">
              <a:latin typeface="Arial"/>
              <a:cs typeface="Arial"/>
            </a:endParaRP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Es OBLIGATORIO para todos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615DD1DA-5365-EB4E-AF44-868F9788F9CF}"/>
              </a:ext>
            </a:extLst>
          </p:cNvPr>
          <p:cNvSpPr txBox="1"/>
          <p:nvPr/>
        </p:nvSpPr>
        <p:spPr>
          <a:xfrm>
            <a:off x="8240962" y="5240736"/>
            <a:ext cx="9225915" cy="101925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s-CL" sz="3500" b="1" spc="5" dirty="0">
                <a:latin typeface="Arial"/>
                <a:cs typeface="Arial"/>
              </a:rPr>
              <a:t>HORARIO</a:t>
            </a:r>
            <a:endParaRPr sz="3500" dirty="0">
              <a:latin typeface="Arial"/>
              <a:cs typeface="Arial"/>
            </a:endParaRP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La asistencia se pasa al inicio la clase</a:t>
            </a:r>
            <a:r>
              <a:rPr lang="es-CL" sz="1950" spc="10" dirty="0">
                <a:latin typeface="Arial"/>
                <a:cs typeface="Arial"/>
              </a:rPr>
              <a:t>.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8E4D8488-806F-0D43-B80C-59F220755EA3}"/>
              </a:ext>
            </a:extLst>
          </p:cNvPr>
          <p:cNvSpPr txBox="1"/>
          <p:nvPr/>
        </p:nvSpPr>
        <p:spPr>
          <a:xfrm>
            <a:off x="8240963" y="8702675"/>
            <a:ext cx="9225915" cy="2188228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s-CL" sz="3500" b="1" spc="5" dirty="0">
                <a:latin typeface="Arial"/>
                <a:cs typeface="Arial"/>
              </a:rPr>
              <a:t>GRUPOS</a:t>
            </a:r>
            <a:endParaRPr sz="3500" dirty="0">
              <a:latin typeface="Arial"/>
              <a:cs typeface="Arial"/>
            </a:endParaRP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Lo arman ustedes. </a:t>
            </a: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Los gestionan ustedes.</a:t>
            </a: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Los desarman ustedes</a:t>
            </a:r>
            <a:r>
              <a:rPr lang="es-CL" sz="1950" spc="10" dirty="0">
                <a:latin typeface="Arial"/>
                <a:cs typeface="Arial"/>
              </a:rPr>
              <a:t>.</a:t>
            </a: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endParaRPr sz="1950" dirty="0">
              <a:latin typeface="Arial"/>
              <a:cs typeface="Arial"/>
            </a:endParaRPr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848410EA-60B8-6832-BEE5-6573A42AE0AB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2279" y="7569348"/>
            <a:ext cx="1031738" cy="562610"/>
          </a:xfrm>
          <a:prstGeom prst="rect">
            <a:avLst/>
          </a:prstGeom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466CDD23-702E-A514-641D-8878AD8ED567}"/>
              </a:ext>
            </a:extLst>
          </p:cNvPr>
          <p:cNvSpPr txBox="1"/>
          <p:nvPr/>
        </p:nvSpPr>
        <p:spPr>
          <a:xfrm>
            <a:off x="8240963" y="7112705"/>
            <a:ext cx="9225915" cy="101925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s-CL" sz="3500" b="1" spc="5" dirty="0">
                <a:latin typeface="Arial"/>
                <a:cs typeface="Arial"/>
              </a:rPr>
              <a:t>RESPETO</a:t>
            </a:r>
            <a:endParaRPr sz="3500" dirty="0">
              <a:latin typeface="Arial"/>
              <a:cs typeface="Arial"/>
            </a:endParaRPr>
          </a:p>
          <a:p>
            <a:pPr marL="46355" marR="5080" algn="just">
              <a:lnSpc>
                <a:spcPct val="101499"/>
              </a:lnSpc>
              <a:spcBef>
                <a:spcPts val="345"/>
              </a:spcBef>
            </a:pPr>
            <a:r>
              <a:rPr lang="es-CL" sz="2400" spc="10" dirty="0">
                <a:latin typeface="Arial"/>
                <a:cs typeface="Arial"/>
              </a:rPr>
              <a:t>No usar audífonos en la clase.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00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0E999-24BA-304C-9678-774229BF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990" y="8235994"/>
            <a:ext cx="6048240" cy="830997"/>
          </a:xfrm>
        </p:spPr>
        <p:txBody>
          <a:bodyPr/>
          <a:lstStyle/>
          <a:p>
            <a:r>
              <a:rPr lang="es-CL" dirty="0"/>
              <a:t>RECUERDEN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AB1B6B-4FAF-B240-8B30-F4D6901CC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4271" y="8170445"/>
            <a:ext cx="11193563" cy="2154436"/>
          </a:xfrm>
        </p:spPr>
        <p:txBody>
          <a:bodyPr/>
          <a:lstStyle/>
          <a:p>
            <a:r>
              <a:rPr lang="es-ES" sz="2800" dirty="0"/>
              <a:t>Tanto para mi asignatura como para las otras que tenga, le sugiero su participación activa, esto le permitirá aclarar las dudas y poder incorporar diferentes miradas frente a una situación o materia en particular, recuerden que la clase no solo la hace el profesor, la hacemos en conjunto.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52241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4215e297-5d6e-42b1-b795-55976a17412c"/>
    <ds:schemaRef ds:uri="dbb86751-ad4c-49ff-a33d-b7314027950b"/>
  </ds:schemaRefs>
</ds:datastoreItem>
</file>

<file path=customXml/itemProps3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5733</TotalTime>
  <Words>413</Words>
  <Application>Microsoft Office PowerPoint</Application>
  <PresentationFormat>Personalizado</PresentationFormat>
  <Paragraphs>64</Paragraphs>
  <Slides>8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Helvetica Neue</vt:lpstr>
      <vt:lpstr>Office Theme</vt:lpstr>
      <vt:lpstr>1_Office Theme</vt:lpstr>
      <vt:lpstr> Preprocesamiento de Datos ADY1100</vt:lpstr>
      <vt:lpstr>Docente 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RECUERDEN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AV-Alumno</cp:lastModifiedBy>
  <cp:revision>212</cp:revision>
  <dcterms:created xsi:type="dcterms:W3CDTF">2022-07-20T19:15:37Z</dcterms:created>
  <dcterms:modified xsi:type="dcterms:W3CDTF">2026-03-11T22:00:19Z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