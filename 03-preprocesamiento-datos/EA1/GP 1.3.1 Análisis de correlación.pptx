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8" r:id="rId3"/>
    <p:sldId id="259" r:id="rId4"/>
    <p:sldId id="260" r:id="rId5"/>
    <p:sldId id="261" r:id="rId6"/>
    <p:sldId id="291" r:id="rId7"/>
    <p:sldId id="292" r:id="rId8"/>
    <p:sldId id="262" r:id="rId9"/>
    <p:sldId id="263" r:id="rId10"/>
    <p:sldId id="264" r:id="rId11"/>
    <p:sldId id="293" r:id="rId12"/>
    <p:sldId id="294" r:id="rId13"/>
    <p:sldId id="265" r:id="rId14"/>
    <p:sldId id="266" r:id="rId15"/>
    <p:sldId id="267" r:id="rId16"/>
    <p:sldId id="290" r:id="rId17"/>
  </p:sldIdLst>
  <p:sldSz cx="12192000" cy="6858000"/>
  <p:notesSz cx="6858000" cy="9144000"/>
  <p:embeddedFontLst>
    <p:embeddedFont>
      <p:font typeface="Bierstadt Display" panose="020B0004020202020204" pitchFamily="34" charset="0"/>
      <p:regular r:id="rId19"/>
      <p:bold r:id="rId20"/>
    </p:embeddedFont>
    <p:embeddedFont>
      <p:font typeface="Play" panose="020B0604020202020204" charset="0"/>
      <p:regular r:id="rId21"/>
      <p:bold r:id="rId2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23" roundtripDataSignature="AMtx7mhpKL6xT6Fj9zMiPuh0hZaeXDjhe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07CDC"/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B2CFC66-BABE-4DF1-80AA-39E923DBEB80}" v="11" dt="2026-03-22T03:42:53.75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1138" y="2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3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29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customschemas.google.com/relationships/presentationmetadata" Target="metadata"/><Relationship Id="rId28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4.fntdata"/><Relationship Id="rId27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uillermo pinto" userId="64cd8e47268d54ef" providerId="LiveId" clId="{CBE2701F-21C0-4554-8E9A-694E2739A54A}"/>
    <pc:docChg chg="custSel addSld modSld">
      <pc:chgData name="guillermo pinto" userId="64cd8e47268d54ef" providerId="LiveId" clId="{CBE2701F-21C0-4554-8E9A-694E2739A54A}" dt="2026-03-22T03:44:15.990" v="342" actId="20577"/>
      <pc:docMkLst>
        <pc:docMk/>
      </pc:docMkLst>
      <pc:sldChg chg="delSp modSp mod">
        <pc:chgData name="guillermo pinto" userId="64cd8e47268d54ef" providerId="LiveId" clId="{CBE2701F-21C0-4554-8E9A-694E2739A54A}" dt="2026-03-22T03:15:14.544" v="2" actId="1076"/>
        <pc:sldMkLst>
          <pc:docMk/>
          <pc:sldMk cId="0" sldId="261"/>
        </pc:sldMkLst>
        <pc:picChg chg="mod">
          <ac:chgData name="guillermo pinto" userId="64cd8e47268d54ef" providerId="LiveId" clId="{CBE2701F-21C0-4554-8E9A-694E2739A54A}" dt="2026-03-22T03:15:14.544" v="2" actId="1076"/>
          <ac:picMkLst>
            <pc:docMk/>
            <pc:sldMk cId="0" sldId="261"/>
            <ac:picMk id="210" creationId="{00000000-0000-0000-0000-000000000000}"/>
          </ac:picMkLst>
        </pc:picChg>
        <pc:picChg chg="del">
          <ac:chgData name="guillermo pinto" userId="64cd8e47268d54ef" providerId="LiveId" clId="{CBE2701F-21C0-4554-8E9A-694E2739A54A}" dt="2026-03-22T03:15:08.303" v="1" actId="478"/>
          <ac:picMkLst>
            <pc:docMk/>
            <pc:sldMk cId="0" sldId="261"/>
            <ac:picMk id="211" creationId="{00000000-0000-0000-0000-000000000000}"/>
          </ac:picMkLst>
        </pc:picChg>
      </pc:sldChg>
      <pc:sldChg chg="modSp mod">
        <pc:chgData name="guillermo pinto" userId="64cd8e47268d54ef" providerId="LiveId" clId="{CBE2701F-21C0-4554-8E9A-694E2739A54A}" dt="2026-03-22T03:22:13.271" v="85" actId="1076"/>
        <pc:sldMkLst>
          <pc:docMk/>
          <pc:sldMk cId="0" sldId="262"/>
        </pc:sldMkLst>
        <pc:picChg chg="mod">
          <ac:chgData name="guillermo pinto" userId="64cd8e47268d54ef" providerId="LiveId" clId="{CBE2701F-21C0-4554-8E9A-694E2739A54A}" dt="2026-03-22T03:22:13.271" v="85" actId="1076"/>
          <ac:picMkLst>
            <pc:docMk/>
            <pc:sldMk cId="0" sldId="262"/>
            <ac:picMk id="220" creationId="{00000000-0000-0000-0000-000000000000}"/>
          </ac:picMkLst>
        </pc:picChg>
      </pc:sldChg>
      <pc:sldChg chg="addSp delSp modSp add mod">
        <pc:chgData name="guillermo pinto" userId="64cd8e47268d54ef" providerId="LiveId" clId="{CBE2701F-21C0-4554-8E9A-694E2739A54A}" dt="2026-03-22T03:35:08.322" v="273" actId="1076"/>
        <pc:sldMkLst>
          <pc:docMk/>
          <pc:sldMk cId="1023396251" sldId="291"/>
        </pc:sldMkLst>
        <pc:spChg chg="add mod">
          <ac:chgData name="guillermo pinto" userId="64cd8e47268d54ef" providerId="LiveId" clId="{CBE2701F-21C0-4554-8E9A-694E2739A54A}" dt="2026-03-22T03:21:12.872" v="84" actId="20577"/>
          <ac:spMkLst>
            <pc:docMk/>
            <pc:sldMk cId="1023396251" sldId="291"/>
            <ac:spMk id="2" creationId="{6E9AF28D-0BD0-301D-F80A-2BCBD1D0CC79}"/>
          </ac:spMkLst>
        </pc:spChg>
        <pc:spChg chg="mod">
          <ac:chgData name="guillermo pinto" userId="64cd8e47268d54ef" providerId="LiveId" clId="{CBE2701F-21C0-4554-8E9A-694E2739A54A}" dt="2026-03-22T03:35:02.870" v="272" actId="20577"/>
          <ac:spMkLst>
            <pc:docMk/>
            <pc:sldMk cId="1023396251" sldId="291"/>
            <ac:spMk id="209" creationId="{3CE40B88-9DDA-4A9C-835B-DAA05588C18C}"/>
          </ac:spMkLst>
        </pc:spChg>
        <pc:picChg chg="add del mod">
          <ac:chgData name="guillermo pinto" userId="64cd8e47268d54ef" providerId="LiveId" clId="{CBE2701F-21C0-4554-8E9A-694E2739A54A}" dt="2026-03-22T03:34:12.347" v="247" actId="478"/>
          <ac:picMkLst>
            <pc:docMk/>
            <pc:sldMk cId="1023396251" sldId="291"/>
            <ac:picMk id="3" creationId="{0FA6F900-C2E7-FE30-A833-2DF13907501E}"/>
          </ac:picMkLst>
        </pc:picChg>
        <pc:picChg chg="del">
          <ac:chgData name="guillermo pinto" userId="64cd8e47268d54ef" providerId="LiveId" clId="{CBE2701F-21C0-4554-8E9A-694E2739A54A}" dt="2026-03-22T03:15:23.299" v="3" actId="478"/>
          <ac:picMkLst>
            <pc:docMk/>
            <pc:sldMk cId="1023396251" sldId="291"/>
            <ac:picMk id="210" creationId="{39DA17E5-FFDC-9A5B-8926-DFC187F60676}"/>
          </ac:picMkLst>
        </pc:picChg>
        <pc:picChg chg="mod">
          <ac:chgData name="guillermo pinto" userId="64cd8e47268d54ef" providerId="LiveId" clId="{CBE2701F-21C0-4554-8E9A-694E2739A54A}" dt="2026-03-22T03:35:08.322" v="273" actId="1076"/>
          <ac:picMkLst>
            <pc:docMk/>
            <pc:sldMk cId="1023396251" sldId="291"/>
            <ac:picMk id="211" creationId="{E99CB278-0C78-6367-03BA-5166BC4869C0}"/>
          </ac:picMkLst>
        </pc:picChg>
        <pc:picChg chg="del">
          <ac:chgData name="guillermo pinto" userId="64cd8e47268d54ef" providerId="LiveId" clId="{CBE2701F-21C0-4554-8E9A-694E2739A54A}" dt="2026-03-22T03:16:20.999" v="6" actId="478"/>
          <ac:picMkLst>
            <pc:docMk/>
            <pc:sldMk cId="1023396251" sldId="291"/>
            <ac:picMk id="212" creationId="{97AECFA3-F363-7C9C-8F0F-8F7A93284F27}"/>
          </ac:picMkLst>
        </pc:picChg>
      </pc:sldChg>
      <pc:sldChg chg="addSp delSp modSp add mod">
        <pc:chgData name="guillermo pinto" userId="64cd8e47268d54ef" providerId="LiveId" clId="{CBE2701F-21C0-4554-8E9A-694E2739A54A}" dt="2026-03-22T03:31:26.678" v="244" actId="692"/>
        <pc:sldMkLst>
          <pc:docMk/>
          <pc:sldMk cId="3963410120" sldId="292"/>
        </pc:sldMkLst>
        <pc:spChg chg="del mod">
          <ac:chgData name="guillermo pinto" userId="64cd8e47268d54ef" providerId="LiveId" clId="{CBE2701F-21C0-4554-8E9A-694E2739A54A}" dt="2026-03-22T03:23:49.614" v="89" actId="478"/>
          <ac:spMkLst>
            <pc:docMk/>
            <pc:sldMk cId="3963410120" sldId="292"/>
            <ac:spMk id="2" creationId="{FA31A8C7-D58A-A620-A4B9-94077FE5EEB4}"/>
          </ac:spMkLst>
        </pc:spChg>
        <pc:spChg chg="add mod">
          <ac:chgData name="guillermo pinto" userId="64cd8e47268d54ef" providerId="LiveId" clId="{CBE2701F-21C0-4554-8E9A-694E2739A54A}" dt="2026-03-22T03:30:16.975" v="197" actId="1076"/>
          <ac:spMkLst>
            <pc:docMk/>
            <pc:sldMk cId="3963410120" sldId="292"/>
            <ac:spMk id="13" creationId="{B1BA5DB2-1BB7-5CE6-D4E7-88B6F1E796D3}"/>
          </ac:spMkLst>
        </pc:spChg>
        <pc:spChg chg="add mod">
          <ac:chgData name="guillermo pinto" userId="64cd8e47268d54ef" providerId="LiveId" clId="{CBE2701F-21C0-4554-8E9A-694E2739A54A}" dt="2026-03-22T03:30:36.731" v="218" actId="20577"/>
          <ac:spMkLst>
            <pc:docMk/>
            <pc:sldMk cId="3963410120" sldId="292"/>
            <ac:spMk id="14" creationId="{78172C37-C5A3-5C18-02B3-DBCA52EAEAE9}"/>
          </ac:spMkLst>
        </pc:spChg>
        <pc:spChg chg="add mod">
          <ac:chgData name="guillermo pinto" userId="64cd8e47268d54ef" providerId="LiveId" clId="{CBE2701F-21C0-4554-8E9A-694E2739A54A}" dt="2026-03-22T03:30:57.240" v="236" actId="1076"/>
          <ac:spMkLst>
            <pc:docMk/>
            <pc:sldMk cId="3963410120" sldId="292"/>
            <ac:spMk id="15" creationId="{1EFC2B0F-E446-FE58-2DD1-B5592077CF3F}"/>
          </ac:spMkLst>
        </pc:spChg>
        <pc:spChg chg="mod">
          <ac:chgData name="guillermo pinto" userId="64cd8e47268d54ef" providerId="LiveId" clId="{CBE2701F-21C0-4554-8E9A-694E2739A54A}" dt="2026-03-22T03:27:29.911" v="159" actId="21"/>
          <ac:spMkLst>
            <pc:docMk/>
            <pc:sldMk cId="3963410120" sldId="292"/>
            <ac:spMk id="209" creationId="{8566C939-6578-CB7D-229A-AA2D89BEA846}"/>
          </ac:spMkLst>
        </pc:spChg>
        <pc:picChg chg="add mod">
          <ac:chgData name="guillermo pinto" userId="64cd8e47268d54ef" providerId="LiveId" clId="{CBE2701F-21C0-4554-8E9A-694E2739A54A}" dt="2026-03-22T03:30:05.296" v="186" actId="1076"/>
          <ac:picMkLst>
            <pc:docMk/>
            <pc:sldMk cId="3963410120" sldId="292"/>
            <ac:picMk id="4" creationId="{F4B4D978-B4F0-4DA6-0A02-6B0363AC94EE}"/>
          </ac:picMkLst>
        </pc:picChg>
        <pc:picChg chg="add mod">
          <ac:chgData name="guillermo pinto" userId="64cd8e47268d54ef" providerId="LiveId" clId="{CBE2701F-21C0-4554-8E9A-694E2739A54A}" dt="2026-03-22T03:29:24.706" v="177" actId="14100"/>
          <ac:picMkLst>
            <pc:docMk/>
            <pc:sldMk cId="3963410120" sldId="292"/>
            <ac:picMk id="6" creationId="{83DD7433-2456-64CD-E8DA-607B173BBD41}"/>
          </ac:picMkLst>
        </pc:picChg>
        <pc:picChg chg="add mod">
          <ac:chgData name="guillermo pinto" userId="64cd8e47268d54ef" providerId="LiveId" clId="{CBE2701F-21C0-4554-8E9A-694E2739A54A}" dt="2026-03-22T03:29:30.145" v="179" actId="1076"/>
          <ac:picMkLst>
            <pc:docMk/>
            <pc:sldMk cId="3963410120" sldId="292"/>
            <ac:picMk id="8" creationId="{2D5742CA-A7CC-01F3-D7F5-F97B1693ED3A}"/>
          </ac:picMkLst>
        </pc:picChg>
        <pc:picChg chg="add mod">
          <ac:chgData name="guillermo pinto" userId="64cd8e47268d54ef" providerId="LiveId" clId="{CBE2701F-21C0-4554-8E9A-694E2739A54A}" dt="2026-03-22T03:29:33.995" v="180" actId="1076"/>
          <ac:picMkLst>
            <pc:docMk/>
            <pc:sldMk cId="3963410120" sldId="292"/>
            <ac:picMk id="10" creationId="{3F0E9C7E-4BE2-CADD-D34B-86A9FD33512B}"/>
          </ac:picMkLst>
        </pc:picChg>
        <pc:picChg chg="add mod">
          <ac:chgData name="guillermo pinto" userId="64cd8e47268d54ef" providerId="LiveId" clId="{CBE2701F-21C0-4554-8E9A-694E2739A54A}" dt="2026-03-22T03:31:26.678" v="244" actId="692"/>
          <ac:picMkLst>
            <pc:docMk/>
            <pc:sldMk cId="3963410120" sldId="292"/>
            <ac:picMk id="12" creationId="{4A9ED688-BB5D-75C5-7C89-A586C0581CD5}"/>
          </ac:picMkLst>
        </pc:picChg>
        <pc:picChg chg="del">
          <ac:chgData name="guillermo pinto" userId="64cd8e47268d54ef" providerId="LiveId" clId="{CBE2701F-21C0-4554-8E9A-694E2739A54A}" dt="2026-03-22T03:23:45.724" v="87" actId="478"/>
          <ac:picMkLst>
            <pc:docMk/>
            <pc:sldMk cId="3963410120" sldId="292"/>
            <ac:picMk id="211" creationId="{9A62B924-EB8F-1BF4-6E03-E0B5773C9DC7}"/>
          </ac:picMkLst>
        </pc:picChg>
      </pc:sldChg>
      <pc:sldChg chg="addSp delSp modSp add mod">
        <pc:chgData name="guillermo pinto" userId="64cd8e47268d54ef" providerId="LiveId" clId="{CBE2701F-21C0-4554-8E9A-694E2739A54A}" dt="2026-03-22T03:44:15.990" v="342" actId="20577"/>
        <pc:sldMkLst>
          <pc:docMk/>
          <pc:sldMk cId="1567110161" sldId="293"/>
        </pc:sldMkLst>
        <pc:spChg chg="add mod">
          <ac:chgData name="guillermo pinto" userId="64cd8e47268d54ef" providerId="LiveId" clId="{CBE2701F-21C0-4554-8E9A-694E2739A54A}" dt="2026-03-22T03:44:15.990" v="342" actId="20577"/>
          <ac:spMkLst>
            <pc:docMk/>
            <pc:sldMk cId="1567110161" sldId="293"/>
            <ac:spMk id="2" creationId="{B16B9E30-DE3F-8DFF-6D73-6C6721228EE8}"/>
          </ac:spMkLst>
        </pc:spChg>
        <pc:spChg chg="mod">
          <ac:chgData name="guillermo pinto" userId="64cd8e47268d54ef" providerId="LiveId" clId="{CBE2701F-21C0-4554-8E9A-694E2739A54A}" dt="2026-03-22T03:37:05.441" v="275" actId="6549"/>
          <ac:spMkLst>
            <pc:docMk/>
            <pc:sldMk cId="1567110161" sldId="293"/>
            <ac:spMk id="234" creationId="{43EF8596-0AA4-F62B-4A35-1642420A205C}"/>
          </ac:spMkLst>
        </pc:spChg>
        <pc:picChg chg="del">
          <ac:chgData name="guillermo pinto" userId="64cd8e47268d54ef" providerId="LiveId" clId="{CBE2701F-21C0-4554-8E9A-694E2739A54A}" dt="2026-03-22T03:37:07.866" v="276" actId="478"/>
          <ac:picMkLst>
            <pc:docMk/>
            <pc:sldMk cId="1567110161" sldId="293"/>
            <ac:picMk id="235" creationId="{597EDDE1-D500-8FAA-ABC4-DD1A272446CA}"/>
          </ac:picMkLst>
        </pc:picChg>
      </pc:sldChg>
      <pc:sldChg chg="addSp modSp add mod">
        <pc:chgData name="guillermo pinto" userId="64cd8e47268d54ef" providerId="LiveId" clId="{CBE2701F-21C0-4554-8E9A-694E2739A54A}" dt="2026-03-22T03:42:59.433" v="338" actId="1076"/>
        <pc:sldMkLst>
          <pc:docMk/>
          <pc:sldMk cId="4137946102" sldId="294"/>
        </pc:sldMkLst>
        <pc:spChg chg="mod">
          <ac:chgData name="guillermo pinto" userId="64cd8e47268d54ef" providerId="LiveId" clId="{CBE2701F-21C0-4554-8E9A-694E2739A54A}" dt="2026-03-22T03:42:53.755" v="337"/>
          <ac:spMkLst>
            <pc:docMk/>
            <pc:sldMk cId="4137946102" sldId="294"/>
            <ac:spMk id="2" creationId="{5CF64FE3-A12F-0CA8-2A9D-60A9B51C3D18}"/>
          </ac:spMkLst>
        </pc:spChg>
        <pc:picChg chg="add mod">
          <ac:chgData name="guillermo pinto" userId="64cd8e47268d54ef" providerId="LiveId" clId="{CBE2701F-21C0-4554-8E9A-694E2739A54A}" dt="2026-03-22T03:42:38.229" v="333" actId="1076"/>
          <ac:picMkLst>
            <pc:docMk/>
            <pc:sldMk cId="4137946102" sldId="294"/>
            <ac:picMk id="4" creationId="{61FD454D-9E8F-1134-A29B-CBD593B9C806}"/>
          </ac:picMkLst>
        </pc:picChg>
        <pc:picChg chg="add mod">
          <ac:chgData name="guillermo pinto" userId="64cd8e47268d54ef" providerId="LiveId" clId="{CBE2701F-21C0-4554-8E9A-694E2739A54A}" dt="2026-03-22T03:42:59.433" v="338" actId="1076"/>
          <ac:picMkLst>
            <pc:docMk/>
            <pc:sldMk cId="4137946102" sldId="294"/>
            <ac:picMk id="6" creationId="{A92C6606-800E-89FB-6686-D408BB978AA5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s-E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‹Nº›</a:t>
            </a:fld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77" name="Google Shape;177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87" name="Google Shape;187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31ffb7a4b31_0_2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4" name="Google Shape;194;g31ffb7a4b31_0_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31ffb7a4b31_0_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9" name="Google Shape;199;g31ffb7a4b31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31ffb7a4b31_0_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06" name="Google Shape;206;g31ffb7a4b31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4">
          <a:extLst>
            <a:ext uri="{FF2B5EF4-FFF2-40B4-BE49-F238E27FC236}">
              <a16:creationId xmlns:a16="http://schemas.microsoft.com/office/drawing/2014/main" id="{5F9BA979-639C-CE7D-A604-92E7296C52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31ffb7a4b31_0_10:notes">
            <a:extLst>
              <a:ext uri="{FF2B5EF4-FFF2-40B4-BE49-F238E27FC236}">
                <a16:creationId xmlns:a16="http://schemas.microsoft.com/office/drawing/2014/main" id="{7CA729F2-BA74-3CD8-D0A0-2E1DF2E1A30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06" name="Google Shape;206;g31ffb7a4b31_0_10:notes">
            <a:extLst>
              <a:ext uri="{FF2B5EF4-FFF2-40B4-BE49-F238E27FC236}">
                <a16:creationId xmlns:a16="http://schemas.microsoft.com/office/drawing/2014/main" id="{B418F184-FEF2-289F-497F-97B38070A1E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42106303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4">
          <a:extLst>
            <a:ext uri="{FF2B5EF4-FFF2-40B4-BE49-F238E27FC236}">
              <a16:creationId xmlns:a16="http://schemas.microsoft.com/office/drawing/2014/main" id="{D674B83A-BB55-0D5A-0282-F41374A9CC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31ffb7a4b31_0_10:notes">
            <a:extLst>
              <a:ext uri="{FF2B5EF4-FFF2-40B4-BE49-F238E27FC236}">
                <a16:creationId xmlns:a16="http://schemas.microsoft.com/office/drawing/2014/main" id="{D2EA648A-79E2-FE81-221D-332BF301FCE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06" name="Google Shape;206;g31ffb7a4b31_0_10:notes">
            <a:extLst>
              <a:ext uri="{FF2B5EF4-FFF2-40B4-BE49-F238E27FC236}">
                <a16:creationId xmlns:a16="http://schemas.microsoft.com/office/drawing/2014/main" id="{5E0106FF-38C4-B274-D67F-52B29AC62D9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57065258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g31ffb7a4b31_0_2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15" name="Google Shape;215;g31ffb7a4b31_0_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31ffb7a4b31_0_3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23" name="Google Shape;223;g31ffb7a4b31_0_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g31ffb7a4b31_0_4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31" name="Google Shape;231;g31ffb7a4b31_0_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9">
          <a:extLst>
            <a:ext uri="{FF2B5EF4-FFF2-40B4-BE49-F238E27FC236}">
              <a16:creationId xmlns:a16="http://schemas.microsoft.com/office/drawing/2014/main" id="{7495927D-621E-9569-4062-127CFAB1C0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g31ffb7a4b31_0_46:notes">
            <a:extLst>
              <a:ext uri="{FF2B5EF4-FFF2-40B4-BE49-F238E27FC236}">
                <a16:creationId xmlns:a16="http://schemas.microsoft.com/office/drawing/2014/main" id="{C424875A-0615-2F27-BCB7-F27AA1E617B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31" name="Google Shape;231;g31ffb7a4b31_0_46:notes">
            <a:extLst>
              <a:ext uri="{FF2B5EF4-FFF2-40B4-BE49-F238E27FC236}">
                <a16:creationId xmlns:a16="http://schemas.microsoft.com/office/drawing/2014/main" id="{E7215D0A-907F-817E-D4F1-CDC84ADABCC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31332030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9">
          <a:extLst>
            <a:ext uri="{FF2B5EF4-FFF2-40B4-BE49-F238E27FC236}">
              <a16:creationId xmlns:a16="http://schemas.microsoft.com/office/drawing/2014/main" id="{F8EB7F7F-B6AF-13E1-AA84-A4E6280726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g31ffb7a4b31_0_46:notes">
            <a:extLst>
              <a:ext uri="{FF2B5EF4-FFF2-40B4-BE49-F238E27FC236}">
                <a16:creationId xmlns:a16="http://schemas.microsoft.com/office/drawing/2014/main" id="{124213E2-3FB7-1AAE-F41D-D4585277CF3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31" name="Google Shape;231;g31ffb7a4b31_0_46:notes">
            <a:extLst>
              <a:ext uri="{FF2B5EF4-FFF2-40B4-BE49-F238E27FC236}">
                <a16:creationId xmlns:a16="http://schemas.microsoft.com/office/drawing/2014/main" id="{810D7C2A-9284-F560-2C93-E7C5F666279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99525112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31ff3fd5aa6_0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38" name="Google Shape;238;g31ff3fd5aa6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g31ff3fd5aa6_0_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43" name="Google Shape;243;g31ff3fd5aa6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g31ff3fd5aa6_0_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49" name="Google Shape;249;g31ff3fd5aa6_0_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1.png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8.png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emf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ORTADA principal">
  <p:cSld name="PORTADA principal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Google Shape;16;p1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859053" y="1796807"/>
            <a:ext cx="70965" cy="3264387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17;p16"/>
          <p:cNvSpPr/>
          <p:nvPr/>
        </p:nvSpPr>
        <p:spPr>
          <a:xfrm>
            <a:off x="5944993" y="616688"/>
            <a:ext cx="5674686" cy="5667154"/>
          </a:xfrm>
          <a:prstGeom prst="rect">
            <a:avLst/>
          </a:prstGeom>
          <a:solidFill>
            <a:srgbClr val="4E7CD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" name="Google Shape;18;p16"/>
          <p:cNvSpPr/>
          <p:nvPr/>
        </p:nvSpPr>
        <p:spPr>
          <a:xfrm>
            <a:off x="6398549" y="2788646"/>
            <a:ext cx="294796" cy="294796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1"/>
              <a:buFont typeface="Arial"/>
              <a:buNone/>
            </a:pPr>
            <a:endParaRPr sz="1351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9" name="Google Shape;19;p16"/>
          <p:cNvCxnSpPr/>
          <p:nvPr/>
        </p:nvCxnSpPr>
        <p:spPr>
          <a:xfrm>
            <a:off x="6996223" y="4106486"/>
            <a:ext cx="41148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0" name="Google Shape;20;p16"/>
          <p:cNvSpPr txBox="1">
            <a:spLocks noGrp="1"/>
          </p:cNvSpPr>
          <p:nvPr>
            <p:ph type="title"/>
          </p:nvPr>
        </p:nvSpPr>
        <p:spPr>
          <a:xfrm>
            <a:off x="6915809" y="2601411"/>
            <a:ext cx="4377817" cy="13060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  <a:defRPr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16"/>
          <p:cNvSpPr txBox="1">
            <a:spLocks noGrp="1"/>
          </p:cNvSpPr>
          <p:nvPr>
            <p:ph type="subTitle" idx="1"/>
          </p:nvPr>
        </p:nvSpPr>
        <p:spPr>
          <a:xfrm>
            <a:off x="6937285" y="4305507"/>
            <a:ext cx="4356341" cy="6142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  <a:defRPr sz="2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lvl="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lvl="3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lvl="4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lvl="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lvl="6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lvl="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lvl="8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22" name="Google Shape;22;p1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168812" y="1206961"/>
            <a:ext cx="3375906" cy="54231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ORTADA interior 1">
  <p:cSld name="PORTADA interior 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7"/>
          <p:cNvSpPr/>
          <p:nvPr/>
        </p:nvSpPr>
        <p:spPr>
          <a:xfrm>
            <a:off x="7765159" y="2143668"/>
            <a:ext cx="3936955" cy="2845428"/>
          </a:xfrm>
          <a:prstGeom prst="rect">
            <a:avLst/>
          </a:prstGeom>
          <a:solidFill>
            <a:srgbClr val="FFFFFF">
              <a:alpha val="30588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" name="Google Shape;25;p17"/>
          <p:cNvSpPr/>
          <p:nvPr/>
        </p:nvSpPr>
        <p:spPr>
          <a:xfrm>
            <a:off x="7765160" y="2143669"/>
            <a:ext cx="342858" cy="342858"/>
          </a:xfrm>
          <a:prstGeom prst="rect">
            <a:avLst/>
          </a:prstGeom>
          <a:solidFill>
            <a:srgbClr val="4E7CD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" name="Google Shape;26;p17"/>
          <p:cNvSpPr txBox="1">
            <a:spLocks noGrp="1"/>
          </p:cNvSpPr>
          <p:nvPr>
            <p:ph type="title"/>
          </p:nvPr>
        </p:nvSpPr>
        <p:spPr>
          <a:xfrm>
            <a:off x="8458521" y="2752716"/>
            <a:ext cx="2805775" cy="1627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  <a:defRPr sz="32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17"/>
          <p:cNvSpPr/>
          <p:nvPr/>
        </p:nvSpPr>
        <p:spPr>
          <a:xfrm>
            <a:off x="0" y="2695073"/>
            <a:ext cx="1459832" cy="1467854"/>
          </a:xfrm>
          <a:prstGeom prst="rect">
            <a:avLst/>
          </a:prstGeom>
          <a:solidFill>
            <a:srgbClr val="4E7CD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" name="Google Shape;28;p17"/>
          <p:cNvSpPr txBox="1"/>
          <p:nvPr/>
        </p:nvSpPr>
        <p:spPr>
          <a:xfrm>
            <a:off x="-1" y="2752716"/>
            <a:ext cx="1459833" cy="1377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Font typeface="Arial"/>
              <a:buNone/>
            </a:pPr>
            <a:r>
              <a:rPr lang="es-ES" sz="80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sz="8000" b="1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NTERIOR 1">
  <p:cSld name="INTERIOR 1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8"/>
          <p:cNvSpPr txBox="1">
            <a:spLocks noGrp="1"/>
          </p:cNvSpPr>
          <p:nvPr>
            <p:ph type="body" idx="1"/>
          </p:nvPr>
        </p:nvSpPr>
        <p:spPr>
          <a:xfrm>
            <a:off x="654685" y="551041"/>
            <a:ext cx="4916775" cy="4696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1" name="Google Shape;31;p18"/>
          <p:cNvSpPr txBox="1">
            <a:spLocks noGrp="1"/>
          </p:cNvSpPr>
          <p:nvPr>
            <p:ph type="body" idx="2"/>
          </p:nvPr>
        </p:nvSpPr>
        <p:spPr>
          <a:xfrm>
            <a:off x="640715" y="1137571"/>
            <a:ext cx="4930746" cy="5530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18"/>
          <p:cNvSpPr/>
          <p:nvPr/>
        </p:nvSpPr>
        <p:spPr>
          <a:xfrm>
            <a:off x="0" y="0"/>
            <a:ext cx="552893" cy="552893"/>
          </a:xfrm>
          <a:prstGeom prst="rect">
            <a:avLst/>
          </a:prstGeom>
          <a:solidFill>
            <a:srgbClr val="4E7CD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3" name="Google Shape;33;p18"/>
          <p:cNvGrpSpPr/>
          <p:nvPr/>
        </p:nvGrpSpPr>
        <p:grpSpPr>
          <a:xfrm>
            <a:off x="10559057" y="6273209"/>
            <a:ext cx="1405046" cy="320981"/>
            <a:chOff x="8941676" y="5879067"/>
            <a:chExt cx="2618358" cy="598161"/>
          </a:xfrm>
        </p:grpSpPr>
        <p:sp>
          <p:nvSpPr>
            <p:cNvPr id="34" name="Google Shape;34;p18"/>
            <p:cNvSpPr/>
            <p:nvPr/>
          </p:nvSpPr>
          <p:spPr>
            <a:xfrm>
              <a:off x="8941676" y="5949980"/>
              <a:ext cx="1618615" cy="525145"/>
            </a:xfrm>
            <a:custGeom>
              <a:avLst/>
              <a:gdLst/>
              <a:ahLst/>
              <a:cxnLst/>
              <a:rect l="l" t="t" r="r" b="b"/>
              <a:pathLst>
                <a:path w="1618615" h="525145" extrusionOk="0">
                  <a:moveTo>
                    <a:pt x="453097" y="247865"/>
                  </a:moveTo>
                  <a:lnTo>
                    <a:pt x="449186" y="196367"/>
                  </a:lnTo>
                  <a:lnTo>
                    <a:pt x="437921" y="151307"/>
                  </a:lnTo>
                  <a:lnTo>
                    <a:pt x="419925" y="112522"/>
                  </a:lnTo>
                  <a:lnTo>
                    <a:pt x="395884" y="79870"/>
                  </a:lnTo>
                  <a:lnTo>
                    <a:pt x="366445" y="53213"/>
                  </a:lnTo>
                  <a:lnTo>
                    <a:pt x="330708" y="31546"/>
                  </a:lnTo>
                  <a:lnTo>
                    <a:pt x="330708" y="251650"/>
                  </a:lnTo>
                  <a:lnTo>
                    <a:pt x="325094" y="307492"/>
                  </a:lnTo>
                  <a:lnTo>
                    <a:pt x="308851" y="352729"/>
                  </a:lnTo>
                  <a:lnTo>
                    <a:pt x="282892" y="387540"/>
                  </a:lnTo>
                  <a:lnTo>
                    <a:pt x="248132" y="412089"/>
                  </a:lnTo>
                  <a:lnTo>
                    <a:pt x="205486" y="426542"/>
                  </a:lnTo>
                  <a:lnTo>
                    <a:pt x="155841" y="431076"/>
                  </a:lnTo>
                  <a:lnTo>
                    <a:pt x="145161" y="431038"/>
                  </a:lnTo>
                  <a:lnTo>
                    <a:pt x="134264" y="430784"/>
                  </a:lnTo>
                  <a:lnTo>
                    <a:pt x="124079" y="430098"/>
                  </a:lnTo>
                  <a:lnTo>
                    <a:pt x="115519" y="428764"/>
                  </a:lnTo>
                  <a:lnTo>
                    <a:pt x="115519" y="93497"/>
                  </a:lnTo>
                  <a:lnTo>
                    <a:pt x="124383" y="91821"/>
                  </a:lnTo>
                  <a:lnTo>
                    <a:pt x="136080" y="90347"/>
                  </a:lnTo>
                  <a:lnTo>
                    <a:pt x="150622" y="89319"/>
                  </a:lnTo>
                  <a:lnTo>
                    <a:pt x="168008" y="88925"/>
                  </a:lnTo>
                  <a:lnTo>
                    <a:pt x="214909" y="93319"/>
                  </a:lnTo>
                  <a:lnTo>
                    <a:pt x="254800" y="106616"/>
                  </a:lnTo>
                  <a:lnTo>
                    <a:pt x="286994" y="128943"/>
                  </a:lnTo>
                  <a:lnTo>
                    <a:pt x="310832" y="160464"/>
                  </a:lnTo>
                  <a:lnTo>
                    <a:pt x="325628" y="201320"/>
                  </a:lnTo>
                  <a:lnTo>
                    <a:pt x="330708" y="251650"/>
                  </a:lnTo>
                  <a:lnTo>
                    <a:pt x="330708" y="31546"/>
                  </a:lnTo>
                  <a:lnTo>
                    <a:pt x="326796" y="29171"/>
                  </a:lnTo>
                  <a:lnTo>
                    <a:pt x="279666" y="12636"/>
                  </a:lnTo>
                  <a:lnTo>
                    <a:pt x="223278" y="3073"/>
                  </a:lnTo>
                  <a:lnTo>
                    <a:pt x="155841" y="0"/>
                  </a:lnTo>
                  <a:lnTo>
                    <a:pt x="113093" y="711"/>
                  </a:lnTo>
                  <a:lnTo>
                    <a:pt x="72212" y="2857"/>
                  </a:lnTo>
                  <a:lnTo>
                    <a:pt x="34175" y="6413"/>
                  </a:lnTo>
                  <a:lnTo>
                    <a:pt x="0" y="11417"/>
                  </a:lnTo>
                  <a:lnTo>
                    <a:pt x="0" y="513930"/>
                  </a:lnTo>
                  <a:lnTo>
                    <a:pt x="23964" y="516724"/>
                  </a:lnTo>
                  <a:lnTo>
                    <a:pt x="53784" y="519150"/>
                  </a:lnTo>
                  <a:lnTo>
                    <a:pt x="89585" y="520877"/>
                  </a:lnTo>
                  <a:lnTo>
                    <a:pt x="131495" y="521525"/>
                  </a:lnTo>
                  <a:lnTo>
                    <a:pt x="189534" y="518960"/>
                  </a:lnTo>
                  <a:lnTo>
                    <a:pt x="242811" y="511162"/>
                  </a:lnTo>
                  <a:lnTo>
                    <a:pt x="290804" y="498043"/>
                  </a:lnTo>
                  <a:lnTo>
                    <a:pt x="332955" y="479501"/>
                  </a:lnTo>
                  <a:lnTo>
                    <a:pt x="368719" y="455409"/>
                  </a:lnTo>
                  <a:lnTo>
                    <a:pt x="396163" y="427177"/>
                  </a:lnTo>
                  <a:lnTo>
                    <a:pt x="419430" y="392518"/>
                  </a:lnTo>
                  <a:lnTo>
                    <a:pt x="437400" y="351231"/>
                  </a:lnTo>
                  <a:lnTo>
                    <a:pt x="448983" y="303085"/>
                  </a:lnTo>
                  <a:lnTo>
                    <a:pt x="453097" y="247865"/>
                  </a:lnTo>
                  <a:close/>
                </a:path>
                <a:path w="1618615" h="525145" extrusionOk="0">
                  <a:moveTo>
                    <a:pt x="849947" y="516191"/>
                  </a:moveTo>
                  <a:lnTo>
                    <a:pt x="848817" y="491236"/>
                  </a:lnTo>
                  <a:lnTo>
                    <a:pt x="847839" y="463080"/>
                  </a:lnTo>
                  <a:lnTo>
                    <a:pt x="847140" y="431634"/>
                  </a:lnTo>
                  <a:lnTo>
                    <a:pt x="846874" y="396836"/>
                  </a:lnTo>
                  <a:lnTo>
                    <a:pt x="846874" y="144449"/>
                  </a:lnTo>
                  <a:lnTo>
                    <a:pt x="731316" y="144449"/>
                  </a:lnTo>
                  <a:lnTo>
                    <a:pt x="731316" y="365671"/>
                  </a:lnTo>
                  <a:lnTo>
                    <a:pt x="731037" y="372808"/>
                  </a:lnTo>
                  <a:lnTo>
                    <a:pt x="707301" y="417766"/>
                  </a:lnTo>
                  <a:lnTo>
                    <a:pt x="668985" y="431076"/>
                  </a:lnTo>
                  <a:lnTo>
                    <a:pt x="642531" y="425119"/>
                  </a:lnTo>
                  <a:lnTo>
                    <a:pt x="624332" y="407974"/>
                  </a:lnTo>
                  <a:lnTo>
                    <a:pt x="613841" y="380707"/>
                  </a:lnTo>
                  <a:lnTo>
                    <a:pt x="610463" y="344398"/>
                  </a:lnTo>
                  <a:lnTo>
                    <a:pt x="610463" y="144449"/>
                  </a:lnTo>
                  <a:lnTo>
                    <a:pt x="494906" y="144449"/>
                  </a:lnTo>
                  <a:lnTo>
                    <a:pt x="494906" y="362623"/>
                  </a:lnTo>
                  <a:lnTo>
                    <a:pt x="501205" y="423557"/>
                  </a:lnTo>
                  <a:lnTo>
                    <a:pt x="519036" y="469226"/>
                  </a:lnTo>
                  <a:lnTo>
                    <a:pt x="546785" y="500634"/>
                  </a:lnTo>
                  <a:lnTo>
                    <a:pt x="582866" y="518756"/>
                  </a:lnTo>
                  <a:lnTo>
                    <a:pt x="625652" y="524573"/>
                  </a:lnTo>
                  <a:lnTo>
                    <a:pt x="670026" y="518274"/>
                  </a:lnTo>
                  <a:lnTo>
                    <a:pt x="703491" y="502716"/>
                  </a:lnTo>
                  <a:lnTo>
                    <a:pt x="727113" y="482879"/>
                  </a:lnTo>
                  <a:lnTo>
                    <a:pt x="741972" y="463753"/>
                  </a:lnTo>
                  <a:lnTo>
                    <a:pt x="744245" y="463753"/>
                  </a:lnTo>
                  <a:lnTo>
                    <a:pt x="749592" y="516191"/>
                  </a:lnTo>
                  <a:lnTo>
                    <a:pt x="849947" y="516191"/>
                  </a:lnTo>
                  <a:close/>
                </a:path>
                <a:path w="1618615" h="525145" extrusionOk="0">
                  <a:moveTo>
                    <a:pt x="1277759" y="326885"/>
                  </a:moveTo>
                  <a:lnTo>
                    <a:pt x="1273225" y="280898"/>
                  </a:lnTo>
                  <a:lnTo>
                    <a:pt x="1260055" y="239864"/>
                  </a:lnTo>
                  <a:lnTo>
                    <a:pt x="1247533" y="218948"/>
                  </a:lnTo>
                  <a:lnTo>
                    <a:pt x="1238923" y="204558"/>
                  </a:lnTo>
                  <a:lnTo>
                    <a:pt x="1210513" y="175742"/>
                  </a:lnTo>
                  <a:lnTo>
                    <a:pt x="1175537" y="154216"/>
                  </a:lnTo>
                  <a:lnTo>
                    <a:pt x="1157643" y="148323"/>
                  </a:lnTo>
                  <a:lnTo>
                    <a:pt x="1157643" y="329958"/>
                  </a:lnTo>
                  <a:lnTo>
                    <a:pt x="1152537" y="375627"/>
                  </a:lnTo>
                  <a:lnTo>
                    <a:pt x="1137881" y="410908"/>
                  </a:lnTo>
                  <a:lnTo>
                    <a:pt x="1114679" y="433641"/>
                  </a:lnTo>
                  <a:lnTo>
                    <a:pt x="1083906" y="441693"/>
                  </a:lnTo>
                  <a:lnTo>
                    <a:pt x="1083157" y="441693"/>
                  </a:lnTo>
                  <a:lnTo>
                    <a:pt x="1050861" y="433222"/>
                  </a:lnTo>
                  <a:lnTo>
                    <a:pt x="1027264" y="409867"/>
                  </a:lnTo>
                  <a:lnTo>
                    <a:pt x="1012799" y="374675"/>
                  </a:lnTo>
                  <a:lnTo>
                    <a:pt x="1007884" y="330708"/>
                  </a:lnTo>
                  <a:lnTo>
                    <a:pt x="1012063" y="289839"/>
                  </a:lnTo>
                  <a:lnTo>
                    <a:pt x="1025372" y="254025"/>
                  </a:lnTo>
                  <a:lnTo>
                    <a:pt x="1048931" y="228612"/>
                  </a:lnTo>
                  <a:lnTo>
                    <a:pt x="1083906" y="218948"/>
                  </a:lnTo>
                  <a:lnTo>
                    <a:pt x="1117574" y="228612"/>
                  </a:lnTo>
                  <a:lnTo>
                    <a:pt x="1140447" y="253936"/>
                  </a:lnTo>
                  <a:lnTo>
                    <a:pt x="1153502" y="289521"/>
                  </a:lnTo>
                  <a:lnTo>
                    <a:pt x="1157643" y="329958"/>
                  </a:lnTo>
                  <a:lnTo>
                    <a:pt x="1157643" y="148323"/>
                  </a:lnTo>
                  <a:lnTo>
                    <a:pt x="1134618" y="140728"/>
                  </a:lnTo>
                  <a:lnTo>
                    <a:pt x="1088466" y="136067"/>
                  </a:lnTo>
                  <a:lnTo>
                    <a:pt x="1039609" y="140665"/>
                  </a:lnTo>
                  <a:lnTo>
                    <a:pt x="996442" y="154089"/>
                  </a:lnTo>
                  <a:lnTo>
                    <a:pt x="959637" y="175755"/>
                  </a:lnTo>
                  <a:lnTo>
                    <a:pt x="929855" y="205041"/>
                  </a:lnTo>
                  <a:lnTo>
                    <a:pt x="907770" y="241401"/>
                  </a:lnTo>
                  <a:lnTo>
                    <a:pt x="894016" y="284226"/>
                  </a:lnTo>
                  <a:lnTo>
                    <a:pt x="889292" y="332955"/>
                  </a:lnTo>
                  <a:lnTo>
                    <a:pt x="894245" y="381393"/>
                  </a:lnTo>
                  <a:lnTo>
                    <a:pt x="908405" y="423481"/>
                  </a:lnTo>
                  <a:lnTo>
                    <a:pt x="930757" y="458812"/>
                  </a:lnTo>
                  <a:lnTo>
                    <a:pt x="960272" y="486994"/>
                  </a:lnTo>
                  <a:lnTo>
                    <a:pt x="995946" y="507606"/>
                  </a:lnTo>
                  <a:lnTo>
                    <a:pt x="1036726" y="520268"/>
                  </a:lnTo>
                  <a:lnTo>
                    <a:pt x="1081608" y="524573"/>
                  </a:lnTo>
                  <a:lnTo>
                    <a:pt x="1082382" y="524573"/>
                  </a:lnTo>
                  <a:lnTo>
                    <a:pt x="1124318" y="520725"/>
                  </a:lnTo>
                  <a:lnTo>
                    <a:pt x="1164336" y="509054"/>
                  </a:lnTo>
                  <a:lnTo>
                    <a:pt x="1200772" y="489381"/>
                  </a:lnTo>
                  <a:lnTo>
                    <a:pt x="1231976" y="461518"/>
                  </a:lnTo>
                  <a:lnTo>
                    <a:pt x="1245285" y="441693"/>
                  </a:lnTo>
                  <a:lnTo>
                    <a:pt x="1256322" y="425259"/>
                  </a:lnTo>
                  <a:lnTo>
                    <a:pt x="1272120" y="380453"/>
                  </a:lnTo>
                  <a:lnTo>
                    <a:pt x="1277759" y="326885"/>
                  </a:lnTo>
                  <a:close/>
                </a:path>
                <a:path w="1618615" h="525145" extrusionOk="0">
                  <a:moveTo>
                    <a:pt x="1618411" y="150533"/>
                  </a:moveTo>
                  <a:lnTo>
                    <a:pt x="1598650" y="144424"/>
                  </a:lnTo>
                  <a:lnTo>
                    <a:pt x="1576603" y="139865"/>
                  </a:lnTo>
                  <a:lnTo>
                    <a:pt x="1553413" y="137033"/>
                  </a:lnTo>
                  <a:lnTo>
                    <a:pt x="1530223" y="136055"/>
                  </a:lnTo>
                  <a:lnTo>
                    <a:pt x="1474876" y="141300"/>
                  </a:lnTo>
                  <a:lnTo>
                    <a:pt x="1427530" y="156235"/>
                  </a:lnTo>
                  <a:lnTo>
                    <a:pt x="1388376" y="179628"/>
                  </a:lnTo>
                  <a:lnTo>
                    <a:pt x="1357591" y="210299"/>
                  </a:lnTo>
                  <a:lnTo>
                    <a:pt x="1335366" y="247015"/>
                  </a:lnTo>
                  <a:lnTo>
                    <a:pt x="1321904" y="288569"/>
                  </a:lnTo>
                  <a:lnTo>
                    <a:pt x="1317371" y="333743"/>
                  </a:lnTo>
                  <a:lnTo>
                    <a:pt x="1321968" y="381190"/>
                  </a:lnTo>
                  <a:lnTo>
                    <a:pt x="1335392" y="422783"/>
                  </a:lnTo>
                  <a:lnTo>
                    <a:pt x="1357045" y="458012"/>
                  </a:lnTo>
                  <a:lnTo>
                    <a:pt x="1386344" y="486346"/>
                  </a:lnTo>
                  <a:lnTo>
                    <a:pt x="1422704" y="507225"/>
                  </a:lnTo>
                  <a:lnTo>
                    <a:pt x="1465541" y="520153"/>
                  </a:lnTo>
                  <a:lnTo>
                    <a:pt x="1514259" y="524573"/>
                  </a:lnTo>
                  <a:lnTo>
                    <a:pt x="1546148" y="523240"/>
                  </a:lnTo>
                  <a:lnTo>
                    <a:pt x="1599057" y="514007"/>
                  </a:lnTo>
                  <a:lnTo>
                    <a:pt x="1603971" y="421932"/>
                  </a:lnTo>
                  <a:lnTo>
                    <a:pt x="1590116" y="427050"/>
                  </a:lnTo>
                  <a:lnTo>
                    <a:pt x="1574609" y="430872"/>
                  </a:lnTo>
                  <a:lnTo>
                    <a:pt x="1557248" y="433273"/>
                  </a:lnTo>
                  <a:lnTo>
                    <a:pt x="1537817" y="434098"/>
                  </a:lnTo>
                  <a:lnTo>
                    <a:pt x="1498168" y="427329"/>
                  </a:lnTo>
                  <a:lnTo>
                    <a:pt x="1465795" y="407301"/>
                  </a:lnTo>
                  <a:lnTo>
                    <a:pt x="1443951" y="374446"/>
                  </a:lnTo>
                  <a:lnTo>
                    <a:pt x="1435938" y="329196"/>
                  </a:lnTo>
                  <a:lnTo>
                    <a:pt x="1442631" y="287261"/>
                  </a:lnTo>
                  <a:lnTo>
                    <a:pt x="1462659" y="254304"/>
                  </a:lnTo>
                  <a:lnTo>
                    <a:pt x="1494218" y="232752"/>
                  </a:lnTo>
                  <a:lnTo>
                    <a:pt x="1535557" y="225031"/>
                  </a:lnTo>
                  <a:lnTo>
                    <a:pt x="1556562" y="225958"/>
                  </a:lnTo>
                  <a:lnTo>
                    <a:pt x="1574152" y="228447"/>
                  </a:lnTo>
                  <a:lnTo>
                    <a:pt x="1588592" y="232092"/>
                  </a:lnTo>
                  <a:lnTo>
                    <a:pt x="1600174" y="236435"/>
                  </a:lnTo>
                  <a:lnTo>
                    <a:pt x="1618411" y="150533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" name="Google Shape;35;p18"/>
            <p:cNvSpPr/>
            <p:nvPr/>
          </p:nvSpPr>
          <p:spPr>
            <a:xfrm>
              <a:off x="10672317" y="5994129"/>
              <a:ext cx="388620" cy="482600"/>
            </a:xfrm>
            <a:custGeom>
              <a:avLst/>
              <a:gdLst/>
              <a:ahLst/>
              <a:cxnLst/>
              <a:rect l="l" t="t" r="r" b="b"/>
              <a:pathLst>
                <a:path w="388619" h="482600" extrusionOk="0">
                  <a:moveTo>
                    <a:pt x="388176" y="0"/>
                  </a:moveTo>
                  <a:lnTo>
                    <a:pt x="281090" y="0"/>
                  </a:lnTo>
                  <a:lnTo>
                    <a:pt x="281090" y="273331"/>
                  </a:lnTo>
                  <a:lnTo>
                    <a:pt x="275370" y="327965"/>
                  </a:lnTo>
                  <a:lnTo>
                    <a:pt x="258558" y="366414"/>
                  </a:lnTo>
                  <a:lnTo>
                    <a:pt x="231178" y="389143"/>
                  </a:lnTo>
                  <a:lnTo>
                    <a:pt x="193753" y="396616"/>
                  </a:lnTo>
                  <a:lnTo>
                    <a:pt x="157139" y="388845"/>
                  </a:lnTo>
                  <a:lnTo>
                    <a:pt x="130175" y="365621"/>
                  </a:lnTo>
                  <a:lnTo>
                    <a:pt x="113516" y="327072"/>
                  </a:lnTo>
                  <a:lnTo>
                    <a:pt x="107818" y="273331"/>
                  </a:lnTo>
                  <a:lnTo>
                    <a:pt x="107818" y="0"/>
                  </a:lnTo>
                  <a:lnTo>
                    <a:pt x="0" y="0"/>
                  </a:lnTo>
                  <a:lnTo>
                    <a:pt x="0" y="264892"/>
                  </a:lnTo>
                  <a:lnTo>
                    <a:pt x="4253" y="324651"/>
                  </a:lnTo>
                  <a:lnTo>
                    <a:pt x="16765" y="374300"/>
                  </a:lnTo>
                  <a:lnTo>
                    <a:pt x="37165" y="414172"/>
                  </a:lnTo>
                  <a:lnTo>
                    <a:pt x="65082" y="444602"/>
                  </a:lnTo>
                  <a:lnTo>
                    <a:pt x="100145" y="465925"/>
                  </a:lnTo>
                  <a:lnTo>
                    <a:pt x="141983" y="478473"/>
                  </a:lnTo>
                  <a:lnTo>
                    <a:pt x="190224" y="482582"/>
                  </a:lnTo>
                  <a:lnTo>
                    <a:pt x="240229" y="478290"/>
                  </a:lnTo>
                  <a:lnTo>
                    <a:pt x="283689" y="465335"/>
                  </a:lnTo>
                  <a:lnTo>
                    <a:pt x="320188" y="443592"/>
                  </a:lnTo>
                  <a:lnTo>
                    <a:pt x="349304" y="412939"/>
                  </a:lnTo>
                  <a:lnTo>
                    <a:pt x="370620" y="373254"/>
                  </a:lnTo>
                  <a:lnTo>
                    <a:pt x="383717" y="324414"/>
                  </a:lnTo>
                  <a:lnTo>
                    <a:pt x="388176" y="266295"/>
                  </a:lnTo>
                  <a:lnTo>
                    <a:pt x="388176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6" name="Google Shape;36;p18"/>
            <p:cNvGrpSpPr/>
            <p:nvPr/>
          </p:nvGrpSpPr>
          <p:grpSpPr>
            <a:xfrm>
              <a:off x="11114331" y="5879067"/>
              <a:ext cx="445703" cy="598161"/>
              <a:chOff x="18406074" y="10234089"/>
              <a:chExt cx="445703" cy="598161"/>
            </a:xfrm>
          </p:grpSpPr>
          <p:sp>
            <p:nvSpPr>
              <p:cNvPr id="37" name="Google Shape;37;p18"/>
              <p:cNvSpPr/>
              <p:nvPr/>
            </p:nvSpPr>
            <p:spPr>
              <a:xfrm>
                <a:off x="18406074" y="10341395"/>
                <a:ext cx="376555" cy="490855"/>
              </a:xfrm>
              <a:custGeom>
                <a:avLst/>
                <a:gdLst/>
                <a:ahLst/>
                <a:cxnLst/>
                <a:rect l="l" t="t" r="r" b="b"/>
                <a:pathLst>
                  <a:path w="376555" h="490854" extrusionOk="0">
                    <a:moveTo>
                      <a:pt x="259248" y="0"/>
                    </a:moveTo>
                    <a:lnTo>
                      <a:pt x="212510" y="3315"/>
                    </a:lnTo>
                    <a:lnTo>
                      <a:pt x="168577" y="13160"/>
                    </a:lnTo>
                    <a:lnTo>
                      <a:pt x="128168" y="29385"/>
                    </a:lnTo>
                    <a:lnTo>
                      <a:pt x="92002" y="51838"/>
                    </a:lnTo>
                    <a:lnTo>
                      <a:pt x="60799" y="80367"/>
                    </a:lnTo>
                    <a:lnTo>
                      <a:pt x="35278" y="114822"/>
                    </a:lnTo>
                    <a:lnTo>
                      <a:pt x="16158" y="155053"/>
                    </a:lnTo>
                    <a:lnTo>
                      <a:pt x="4159" y="200906"/>
                    </a:lnTo>
                    <a:lnTo>
                      <a:pt x="0" y="252233"/>
                    </a:lnTo>
                    <a:lnTo>
                      <a:pt x="3124" y="296015"/>
                    </a:lnTo>
                    <a:lnTo>
                      <a:pt x="12470" y="336820"/>
                    </a:lnTo>
                    <a:lnTo>
                      <a:pt x="27997" y="374067"/>
                    </a:lnTo>
                    <a:lnTo>
                      <a:pt x="49665" y="407177"/>
                    </a:lnTo>
                    <a:lnTo>
                      <a:pt x="77432" y="435568"/>
                    </a:lnTo>
                    <a:lnTo>
                      <a:pt x="111258" y="458660"/>
                    </a:lnTo>
                    <a:lnTo>
                      <a:pt x="151102" y="475874"/>
                    </a:lnTo>
                    <a:lnTo>
                      <a:pt x="196924" y="486627"/>
                    </a:lnTo>
                    <a:lnTo>
                      <a:pt x="248683" y="490341"/>
                    </a:lnTo>
                    <a:lnTo>
                      <a:pt x="289323" y="488424"/>
                    </a:lnTo>
                    <a:lnTo>
                      <a:pt x="323888" y="483469"/>
                    </a:lnTo>
                    <a:lnTo>
                      <a:pt x="351317" y="476664"/>
                    </a:lnTo>
                    <a:lnTo>
                      <a:pt x="370554" y="469200"/>
                    </a:lnTo>
                    <a:lnTo>
                      <a:pt x="354355" y="385380"/>
                    </a:lnTo>
                    <a:lnTo>
                      <a:pt x="336022" y="391357"/>
                    </a:lnTo>
                    <a:lnTo>
                      <a:pt x="313851" y="396278"/>
                    </a:lnTo>
                    <a:lnTo>
                      <a:pt x="289564" y="399616"/>
                    </a:lnTo>
                    <a:lnTo>
                      <a:pt x="264881" y="400846"/>
                    </a:lnTo>
                    <a:lnTo>
                      <a:pt x="212272" y="393858"/>
                    </a:lnTo>
                    <a:lnTo>
                      <a:pt x="169943" y="373685"/>
                    </a:lnTo>
                    <a:lnTo>
                      <a:pt x="138704" y="341508"/>
                    </a:lnTo>
                    <a:lnTo>
                      <a:pt x="119366" y="298511"/>
                    </a:lnTo>
                    <a:lnTo>
                      <a:pt x="112740" y="245877"/>
                    </a:lnTo>
                    <a:lnTo>
                      <a:pt x="120306" y="188964"/>
                    </a:lnTo>
                    <a:lnTo>
                      <a:pt x="141498" y="144930"/>
                    </a:lnTo>
                    <a:lnTo>
                      <a:pt x="174052" y="113642"/>
                    </a:lnTo>
                    <a:lnTo>
                      <a:pt x="215707" y="94967"/>
                    </a:lnTo>
                    <a:lnTo>
                      <a:pt x="264201" y="88772"/>
                    </a:lnTo>
                    <a:lnTo>
                      <a:pt x="291260" y="90238"/>
                    </a:lnTo>
                    <a:lnTo>
                      <a:pt x="315349" y="94150"/>
                    </a:lnTo>
                    <a:lnTo>
                      <a:pt x="336402" y="99775"/>
                    </a:lnTo>
                    <a:lnTo>
                      <a:pt x="354355" y="106384"/>
                    </a:lnTo>
                    <a:lnTo>
                      <a:pt x="376208" y="21161"/>
                    </a:lnTo>
                    <a:lnTo>
                      <a:pt x="357739" y="13689"/>
                    </a:lnTo>
                    <a:lnTo>
                      <a:pt x="331471" y="6878"/>
                    </a:lnTo>
                    <a:lnTo>
                      <a:pt x="298332" y="1917"/>
                    </a:lnTo>
                    <a:lnTo>
                      <a:pt x="259248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38" name="Google Shape;38;p18"/>
              <p:cNvPicPr preferRelativeResize="0"/>
              <p:nvPr/>
            </p:nvPicPr>
            <p:blipFill rotWithShape="1">
              <a:blip r:embed="rId2">
                <a:alphaModFix/>
              </a:blip>
              <a:srcRect/>
              <a:stretch/>
            </p:blipFill>
            <p:spPr>
              <a:xfrm>
                <a:off x="18739823" y="10234089"/>
                <a:ext cx="111954" cy="111944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pic>
        <p:nvPicPr>
          <p:cNvPr id="39" name="Google Shape;39;p1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5400000">
            <a:off x="2714468" y="4342374"/>
            <a:ext cx="119408" cy="423897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ORTADA interior 2">
  <p:cSld name="PORTADA interior 2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9"/>
          <p:cNvSpPr/>
          <p:nvPr/>
        </p:nvSpPr>
        <p:spPr>
          <a:xfrm>
            <a:off x="7765159" y="2143668"/>
            <a:ext cx="3936955" cy="2845428"/>
          </a:xfrm>
          <a:prstGeom prst="rect">
            <a:avLst/>
          </a:prstGeom>
          <a:solidFill>
            <a:srgbClr val="FFFFFF">
              <a:alpha val="30588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" name="Google Shape;42;p19"/>
          <p:cNvSpPr/>
          <p:nvPr/>
        </p:nvSpPr>
        <p:spPr>
          <a:xfrm>
            <a:off x="7765160" y="2143669"/>
            <a:ext cx="342858" cy="342858"/>
          </a:xfrm>
          <a:prstGeom prst="rect">
            <a:avLst/>
          </a:prstGeom>
          <a:solidFill>
            <a:srgbClr val="4E7CD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" name="Google Shape;43;p19"/>
          <p:cNvSpPr txBox="1">
            <a:spLocks noGrp="1"/>
          </p:cNvSpPr>
          <p:nvPr>
            <p:ph type="title"/>
          </p:nvPr>
        </p:nvSpPr>
        <p:spPr>
          <a:xfrm>
            <a:off x="8458521" y="2752716"/>
            <a:ext cx="2805775" cy="1627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  <a:defRPr sz="32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19"/>
          <p:cNvSpPr/>
          <p:nvPr/>
        </p:nvSpPr>
        <p:spPr>
          <a:xfrm>
            <a:off x="0" y="2695073"/>
            <a:ext cx="1459832" cy="1467854"/>
          </a:xfrm>
          <a:prstGeom prst="rect">
            <a:avLst/>
          </a:prstGeom>
          <a:solidFill>
            <a:srgbClr val="4E7CD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" name="Google Shape;45;p19"/>
          <p:cNvSpPr txBox="1"/>
          <p:nvPr/>
        </p:nvSpPr>
        <p:spPr>
          <a:xfrm>
            <a:off x="-1" y="2752716"/>
            <a:ext cx="1459833" cy="1377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Font typeface="Arial"/>
              <a:buNone/>
            </a:pPr>
            <a:r>
              <a:rPr lang="es-ES" sz="80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sz="8000" b="1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NTERIOR 3">
  <p:cSld name="INTERIOR 3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20"/>
          <p:cNvSpPr/>
          <p:nvPr/>
        </p:nvSpPr>
        <p:spPr>
          <a:xfrm>
            <a:off x="0" y="0"/>
            <a:ext cx="1155032" cy="6858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" name="Google Shape;48;p20"/>
          <p:cNvSpPr/>
          <p:nvPr/>
        </p:nvSpPr>
        <p:spPr>
          <a:xfrm>
            <a:off x="485631" y="405838"/>
            <a:ext cx="155636" cy="155636"/>
          </a:xfrm>
          <a:prstGeom prst="rect">
            <a:avLst/>
          </a:prstGeom>
          <a:solidFill>
            <a:srgbClr val="4E7CD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1"/>
              <a:buFont typeface="Arial"/>
              <a:buNone/>
            </a:pPr>
            <a:endParaRPr sz="1351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" name="Google Shape;49;p20"/>
          <p:cNvSpPr txBox="1">
            <a:spLocks noGrp="1"/>
          </p:cNvSpPr>
          <p:nvPr>
            <p:ph type="body" idx="1"/>
          </p:nvPr>
        </p:nvSpPr>
        <p:spPr>
          <a:xfrm>
            <a:off x="6510853" y="405838"/>
            <a:ext cx="4916775" cy="4696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sz="32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0" name="Google Shape;50;p20"/>
          <p:cNvSpPr txBox="1">
            <a:spLocks noGrp="1"/>
          </p:cNvSpPr>
          <p:nvPr>
            <p:ph type="body" idx="2"/>
          </p:nvPr>
        </p:nvSpPr>
        <p:spPr>
          <a:xfrm>
            <a:off x="6510853" y="976146"/>
            <a:ext cx="4930746" cy="28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1" name="Google Shape;51;p20"/>
          <p:cNvSpPr/>
          <p:nvPr/>
        </p:nvSpPr>
        <p:spPr>
          <a:xfrm>
            <a:off x="11551912" y="483656"/>
            <a:ext cx="271438" cy="271438"/>
          </a:xfrm>
          <a:prstGeom prst="rect">
            <a:avLst/>
          </a:prstGeom>
          <a:solidFill>
            <a:srgbClr val="4E7CD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2" name="Google Shape;52;p20"/>
          <p:cNvGrpSpPr/>
          <p:nvPr/>
        </p:nvGrpSpPr>
        <p:grpSpPr>
          <a:xfrm>
            <a:off x="10559057" y="6273209"/>
            <a:ext cx="1405046" cy="320981"/>
            <a:chOff x="8941676" y="5879067"/>
            <a:chExt cx="2618358" cy="598161"/>
          </a:xfrm>
        </p:grpSpPr>
        <p:sp>
          <p:nvSpPr>
            <p:cNvPr id="53" name="Google Shape;53;p20"/>
            <p:cNvSpPr/>
            <p:nvPr/>
          </p:nvSpPr>
          <p:spPr>
            <a:xfrm>
              <a:off x="8941676" y="5949980"/>
              <a:ext cx="1618615" cy="525145"/>
            </a:xfrm>
            <a:custGeom>
              <a:avLst/>
              <a:gdLst/>
              <a:ahLst/>
              <a:cxnLst/>
              <a:rect l="l" t="t" r="r" b="b"/>
              <a:pathLst>
                <a:path w="1618615" h="525145" extrusionOk="0">
                  <a:moveTo>
                    <a:pt x="453097" y="247865"/>
                  </a:moveTo>
                  <a:lnTo>
                    <a:pt x="449186" y="196367"/>
                  </a:lnTo>
                  <a:lnTo>
                    <a:pt x="437921" y="151307"/>
                  </a:lnTo>
                  <a:lnTo>
                    <a:pt x="419925" y="112522"/>
                  </a:lnTo>
                  <a:lnTo>
                    <a:pt x="395884" y="79870"/>
                  </a:lnTo>
                  <a:lnTo>
                    <a:pt x="366445" y="53213"/>
                  </a:lnTo>
                  <a:lnTo>
                    <a:pt x="330708" y="31546"/>
                  </a:lnTo>
                  <a:lnTo>
                    <a:pt x="330708" y="251650"/>
                  </a:lnTo>
                  <a:lnTo>
                    <a:pt x="325094" y="307492"/>
                  </a:lnTo>
                  <a:lnTo>
                    <a:pt x="308851" y="352729"/>
                  </a:lnTo>
                  <a:lnTo>
                    <a:pt x="282892" y="387540"/>
                  </a:lnTo>
                  <a:lnTo>
                    <a:pt x="248132" y="412089"/>
                  </a:lnTo>
                  <a:lnTo>
                    <a:pt x="205486" y="426542"/>
                  </a:lnTo>
                  <a:lnTo>
                    <a:pt x="155841" y="431076"/>
                  </a:lnTo>
                  <a:lnTo>
                    <a:pt x="145161" y="431038"/>
                  </a:lnTo>
                  <a:lnTo>
                    <a:pt x="134264" y="430784"/>
                  </a:lnTo>
                  <a:lnTo>
                    <a:pt x="124079" y="430098"/>
                  </a:lnTo>
                  <a:lnTo>
                    <a:pt x="115519" y="428764"/>
                  </a:lnTo>
                  <a:lnTo>
                    <a:pt x="115519" y="93497"/>
                  </a:lnTo>
                  <a:lnTo>
                    <a:pt x="124383" y="91821"/>
                  </a:lnTo>
                  <a:lnTo>
                    <a:pt x="136080" y="90347"/>
                  </a:lnTo>
                  <a:lnTo>
                    <a:pt x="150622" y="89319"/>
                  </a:lnTo>
                  <a:lnTo>
                    <a:pt x="168008" y="88925"/>
                  </a:lnTo>
                  <a:lnTo>
                    <a:pt x="214909" y="93319"/>
                  </a:lnTo>
                  <a:lnTo>
                    <a:pt x="254800" y="106616"/>
                  </a:lnTo>
                  <a:lnTo>
                    <a:pt x="286994" y="128943"/>
                  </a:lnTo>
                  <a:lnTo>
                    <a:pt x="310832" y="160464"/>
                  </a:lnTo>
                  <a:lnTo>
                    <a:pt x="325628" y="201320"/>
                  </a:lnTo>
                  <a:lnTo>
                    <a:pt x="330708" y="251650"/>
                  </a:lnTo>
                  <a:lnTo>
                    <a:pt x="330708" y="31546"/>
                  </a:lnTo>
                  <a:lnTo>
                    <a:pt x="326796" y="29171"/>
                  </a:lnTo>
                  <a:lnTo>
                    <a:pt x="279666" y="12636"/>
                  </a:lnTo>
                  <a:lnTo>
                    <a:pt x="223278" y="3073"/>
                  </a:lnTo>
                  <a:lnTo>
                    <a:pt x="155841" y="0"/>
                  </a:lnTo>
                  <a:lnTo>
                    <a:pt x="113093" y="711"/>
                  </a:lnTo>
                  <a:lnTo>
                    <a:pt x="72212" y="2857"/>
                  </a:lnTo>
                  <a:lnTo>
                    <a:pt x="34175" y="6413"/>
                  </a:lnTo>
                  <a:lnTo>
                    <a:pt x="0" y="11417"/>
                  </a:lnTo>
                  <a:lnTo>
                    <a:pt x="0" y="513930"/>
                  </a:lnTo>
                  <a:lnTo>
                    <a:pt x="23964" y="516724"/>
                  </a:lnTo>
                  <a:lnTo>
                    <a:pt x="53784" y="519150"/>
                  </a:lnTo>
                  <a:lnTo>
                    <a:pt x="89585" y="520877"/>
                  </a:lnTo>
                  <a:lnTo>
                    <a:pt x="131495" y="521525"/>
                  </a:lnTo>
                  <a:lnTo>
                    <a:pt x="189534" y="518960"/>
                  </a:lnTo>
                  <a:lnTo>
                    <a:pt x="242811" y="511162"/>
                  </a:lnTo>
                  <a:lnTo>
                    <a:pt x="290804" y="498043"/>
                  </a:lnTo>
                  <a:lnTo>
                    <a:pt x="332955" y="479501"/>
                  </a:lnTo>
                  <a:lnTo>
                    <a:pt x="368719" y="455409"/>
                  </a:lnTo>
                  <a:lnTo>
                    <a:pt x="396163" y="427177"/>
                  </a:lnTo>
                  <a:lnTo>
                    <a:pt x="419430" y="392518"/>
                  </a:lnTo>
                  <a:lnTo>
                    <a:pt x="437400" y="351231"/>
                  </a:lnTo>
                  <a:lnTo>
                    <a:pt x="448983" y="303085"/>
                  </a:lnTo>
                  <a:lnTo>
                    <a:pt x="453097" y="247865"/>
                  </a:lnTo>
                  <a:close/>
                </a:path>
                <a:path w="1618615" h="525145" extrusionOk="0">
                  <a:moveTo>
                    <a:pt x="849947" y="516191"/>
                  </a:moveTo>
                  <a:lnTo>
                    <a:pt x="848817" y="491236"/>
                  </a:lnTo>
                  <a:lnTo>
                    <a:pt x="847839" y="463080"/>
                  </a:lnTo>
                  <a:lnTo>
                    <a:pt x="847140" y="431634"/>
                  </a:lnTo>
                  <a:lnTo>
                    <a:pt x="846874" y="396836"/>
                  </a:lnTo>
                  <a:lnTo>
                    <a:pt x="846874" y="144449"/>
                  </a:lnTo>
                  <a:lnTo>
                    <a:pt x="731316" y="144449"/>
                  </a:lnTo>
                  <a:lnTo>
                    <a:pt x="731316" y="365671"/>
                  </a:lnTo>
                  <a:lnTo>
                    <a:pt x="731037" y="372808"/>
                  </a:lnTo>
                  <a:lnTo>
                    <a:pt x="707301" y="417766"/>
                  </a:lnTo>
                  <a:lnTo>
                    <a:pt x="668985" y="431076"/>
                  </a:lnTo>
                  <a:lnTo>
                    <a:pt x="642531" y="425119"/>
                  </a:lnTo>
                  <a:lnTo>
                    <a:pt x="624332" y="407974"/>
                  </a:lnTo>
                  <a:lnTo>
                    <a:pt x="613841" y="380707"/>
                  </a:lnTo>
                  <a:lnTo>
                    <a:pt x="610463" y="344398"/>
                  </a:lnTo>
                  <a:lnTo>
                    <a:pt x="610463" y="144449"/>
                  </a:lnTo>
                  <a:lnTo>
                    <a:pt x="494906" y="144449"/>
                  </a:lnTo>
                  <a:lnTo>
                    <a:pt x="494906" y="362623"/>
                  </a:lnTo>
                  <a:lnTo>
                    <a:pt x="501205" y="423557"/>
                  </a:lnTo>
                  <a:lnTo>
                    <a:pt x="519036" y="469226"/>
                  </a:lnTo>
                  <a:lnTo>
                    <a:pt x="546785" y="500634"/>
                  </a:lnTo>
                  <a:lnTo>
                    <a:pt x="582866" y="518756"/>
                  </a:lnTo>
                  <a:lnTo>
                    <a:pt x="625652" y="524573"/>
                  </a:lnTo>
                  <a:lnTo>
                    <a:pt x="670026" y="518274"/>
                  </a:lnTo>
                  <a:lnTo>
                    <a:pt x="703491" y="502716"/>
                  </a:lnTo>
                  <a:lnTo>
                    <a:pt x="727113" y="482879"/>
                  </a:lnTo>
                  <a:lnTo>
                    <a:pt x="741972" y="463753"/>
                  </a:lnTo>
                  <a:lnTo>
                    <a:pt x="744245" y="463753"/>
                  </a:lnTo>
                  <a:lnTo>
                    <a:pt x="749592" y="516191"/>
                  </a:lnTo>
                  <a:lnTo>
                    <a:pt x="849947" y="516191"/>
                  </a:lnTo>
                  <a:close/>
                </a:path>
                <a:path w="1618615" h="525145" extrusionOk="0">
                  <a:moveTo>
                    <a:pt x="1277759" y="326885"/>
                  </a:moveTo>
                  <a:lnTo>
                    <a:pt x="1273225" y="280898"/>
                  </a:lnTo>
                  <a:lnTo>
                    <a:pt x="1260055" y="239864"/>
                  </a:lnTo>
                  <a:lnTo>
                    <a:pt x="1247533" y="218948"/>
                  </a:lnTo>
                  <a:lnTo>
                    <a:pt x="1238923" y="204558"/>
                  </a:lnTo>
                  <a:lnTo>
                    <a:pt x="1210513" y="175742"/>
                  </a:lnTo>
                  <a:lnTo>
                    <a:pt x="1175537" y="154216"/>
                  </a:lnTo>
                  <a:lnTo>
                    <a:pt x="1157643" y="148323"/>
                  </a:lnTo>
                  <a:lnTo>
                    <a:pt x="1157643" y="329958"/>
                  </a:lnTo>
                  <a:lnTo>
                    <a:pt x="1152537" y="375627"/>
                  </a:lnTo>
                  <a:lnTo>
                    <a:pt x="1137881" y="410908"/>
                  </a:lnTo>
                  <a:lnTo>
                    <a:pt x="1114679" y="433641"/>
                  </a:lnTo>
                  <a:lnTo>
                    <a:pt x="1083906" y="441693"/>
                  </a:lnTo>
                  <a:lnTo>
                    <a:pt x="1083157" y="441693"/>
                  </a:lnTo>
                  <a:lnTo>
                    <a:pt x="1050861" y="433222"/>
                  </a:lnTo>
                  <a:lnTo>
                    <a:pt x="1027264" y="409867"/>
                  </a:lnTo>
                  <a:lnTo>
                    <a:pt x="1012799" y="374675"/>
                  </a:lnTo>
                  <a:lnTo>
                    <a:pt x="1007884" y="330708"/>
                  </a:lnTo>
                  <a:lnTo>
                    <a:pt x="1012063" y="289839"/>
                  </a:lnTo>
                  <a:lnTo>
                    <a:pt x="1025372" y="254025"/>
                  </a:lnTo>
                  <a:lnTo>
                    <a:pt x="1048931" y="228612"/>
                  </a:lnTo>
                  <a:lnTo>
                    <a:pt x="1083906" y="218948"/>
                  </a:lnTo>
                  <a:lnTo>
                    <a:pt x="1117574" y="228612"/>
                  </a:lnTo>
                  <a:lnTo>
                    <a:pt x="1140447" y="253936"/>
                  </a:lnTo>
                  <a:lnTo>
                    <a:pt x="1153502" y="289521"/>
                  </a:lnTo>
                  <a:lnTo>
                    <a:pt x="1157643" y="329958"/>
                  </a:lnTo>
                  <a:lnTo>
                    <a:pt x="1157643" y="148323"/>
                  </a:lnTo>
                  <a:lnTo>
                    <a:pt x="1134618" y="140728"/>
                  </a:lnTo>
                  <a:lnTo>
                    <a:pt x="1088466" y="136067"/>
                  </a:lnTo>
                  <a:lnTo>
                    <a:pt x="1039609" y="140665"/>
                  </a:lnTo>
                  <a:lnTo>
                    <a:pt x="996442" y="154089"/>
                  </a:lnTo>
                  <a:lnTo>
                    <a:pt x="959637" y="175755"/>
                  </a:lnTo>
                  <a:lnTo>
                    <a:pt x="929855" y="205041"/>
                  </a:lnTo>
                  <a:lnTo>
                    <a:pt x="907770" y="241401"/>
                  </a:lnTo>
                  <a:lnTo>
                    <a:pt x="894016" y="284226"/>
                  </a:lnTo>
                  <a:lnTo>
                    <a:pt x="889292" y="332955"/>
                  </a:lnTo>
                  <a:lnTo>
                    <a:pt x="894245" y="381393"/>
                  </a:lnTo>
                  <a:lnTo>
                    <a:pt x="908405" y="423481"/>
                  </a:lnTo>
                  <a:lnTo>
                    <a:pt x="930757" y="458812"/>
                  </a:lnTo>
                  <a:lnTo>
                    <a:pt x="960272" y="486994"/>
                  </a:lnTo>
                  <a:lnTo>
                    <a:pt x="995946" y="507606"/>
                  </a:lnTo>
                  <a:lnTo>
                    <a:pt x="1036726" y="520268"/>
                  </a:lnTo>
                  <a:lnTo>
                    <a:pt x="1081608" y="524573"/>
                  </a:lnTo>
                  <a:lnTo>
                    <a:pt x="1082382" y="524573"/>
                  </a:lnTo>
                  <a:lnTo>
                    <a:pt x="1124318" y="520725"/>
                  </a:lnTo>
                  <a:lnTo>
                    <a:pt x="1164336" y="509054"/>
                  </a:lnTo>
                  <a:lnTo>
                    <a:pt x="1200772" y="489381"/>
                  </a:lnTo>
                  <a:lnTo>
                    <a:pt x="1231976" y="461518"/>
                  </a:lnTo>
                  <a:lnTo>
                    <a:pt x="1245285" y="441693"/>
                  </a:lnTo>
                  <a:lnTo>
                    <a:pt x="1256322" y="425259"/>
                  </a:lnTo>
                  <a:lnTo>
                    <a:pt x="1272120" y="380453"/>
                  </a:lnTo>
                  <a:lnTo>
                    <a:pt x="1277759" y="326885"/>
                  </a:lnTo>
                  <a:close/>
                </a:path>
                <a:path w="1618615" h="525145" extrusionOk="0">
                  <a:moveTo>
                    <a:pt x="1618411" y="150533"/>
                  </a:moveTo>
                  <a:lnTo>
                    <a:pt x="1598650" y="144424"/>
                  </a:lnTo>
                  <a:lnTo>
                    <a:pt x="1576603" y="139865"/>
                  </a:lnTo>
                  <a:lnTo>
                    <a:pt x="1553413" y="137033"/>
                  </a:lnTo>
                  <a:lnTo>
                    <a:pt x="1530223" y="136055"/>
                  </a:lnTo>
                  <a:lnTo>
                    <a:pt x="1474876" y="141300"/>
                  </a:lnTo>
                  <a:lnTo>
                    <a:pt x="1427530" y="156235"/>
                  </a:lnTo>
                  <a:lnTo>
                    <a:pt x="1388376" y="179628"/>
                  </a:lnTo>
                  <a:lnTo>
                    <a:pt x="1357591" y="210299"/>
                  </a:lnTo>
                  <a:lnTo>
                    <a:pt x="1335366" y="247015"/>
                  </a:lnTo>
                  <a:lnTo>
                    <a:pt x="1321904" y="288569"/>
                  </a:lnTo>
                  <a:lnTo>
                    <a:pt x="1317371" y="333743"/>
                  </a:lnTo>
                  <a:lnTo>
                    <a:pt x="1321968" y="381190"/>
                  </a:lnTo>
                  <a:lnTo>
                    <a:pt x="1335392" y="422783"/>
                  </a:lnTo>
                  <a:lnTo>
                    <a:pt x="1357045" y="458012"/>
                  </a:lnTo>
                  <a:lnTo>
                    <a:pt x="1386344" y="486346"/>
                  </a:lnTo>
                  <a:lnTo>
                    <a:pt x="1422704" y="507225"/>
                  </a:lnTo>
                  <a:lnTo>
                    <a:pt x="1465541" y="520153"/>
                  </a:lnTo>
                  <a:lnTo>
                    <a:pt x="1514259" y="524573"/>
                  </a:lnTo>
                  <a:lnTo>
                    <a:pt x="1546148" y="523240"/>
                  </a:lnTo>
                  <a:lnTo>
                    <a:pt x="1599057" y="514007"/>
                  </a:lnTo>
                  <a:lnTo>
                    <a:pt x="1603971" y="421932"/>
                  </a:lnTo>
                  <a:lnTo>
                    <a:pt x="1590116" y="427050"/>
                  </a:lnTo>
                  <a:lnTo>
                    <a:pt x="1574609" y="430872"/>
                  </a:lnTo>
                  <a:lnTo>
                    <a:pt x="1557248" y="433273"/>
                  </a:lnTo>
                  <a:lnTo>
                    <a:pt x="1537817" y="434098"/>
                  </a:lnTo>
                  <a:lnTo>
                    <a:pt x="1498168" y="427329"/>
                  </a:lnTo>
                  <a:lnTo>
                    <a:pt x="1465795" y="407301"/>
                  </a:lnTo>
                  <a:lnTo>
                    <a:pt x="1443951" y="374446"/>
                  </a:lnTo>
                  <a:lnTo>
                    <a:pt x="1435938" y="329196"/>
                  </a:lnTo>
                  <a:lnTo>
                    <a:pt x="1442631" y="287261"/>
                  </a:lnTo>
                  <a:lnTo>
                    <a:pt x="1462659" y="254304"/>
                  </a:lnTo>
                  <a:lnTo>
                    <a:pt x="1494218" y="232752"/>
                  </a:lnTo>
                  <a:lnTo>
                    <a:pt x="1535557" y="225031"/>
                  </a:lnTo>
                  <a:lnTo>
                    <a:pt x="1556562" y="225958"/>
                  </a:lnTo>
                  <a:lnTo>
                    <a:pt x="1574152" y="228447"/>
                  </a:lnTo>
                  <a:lnTo>
                    <a:pt x="1588592" y="232092"/>
                  </a:lnTo>
                  <a:lnTo>
                    <a:pt x="1600174" y="236435"/>
                  </a:lnTo>
                  <a:lnTo>
                    <a:pt x="1618411" y="150533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" name="Google Shape;54;p20"/>
            <p:cNvSpPr/>
            <p:nvPr/>
          </p:nvSpPr>
          <p:spPr>
            <a:xfrm>
              <a:off x="10672317" y="5994129"/>
              <a:ext cx="388620" cy="482600"/>
            </a:xfrm>
            <a:custGeom>
              <a:avLst/>
              <a:gdLst/>
              <a:ahLst/>
              <a:cxnLst/>
              <a:rect l="l" t="t" r="r" b="b"/>
              <a:pathLst>
                <a:path w="388619" h="482600" extrusionOk="0">
                  <a:moveTo>
                    <a:pt x="388176" y="0"/>
                  </a:moveTo>
                  <a:lnTo>
                    <a:pt x="281090" y="0"/>
                  </a:lnTo>
                  <a:lnTo>
                    <a:pt x="281090" y="273331"/>
                  </a:lnTo>
                  <a:lnTo>
                    <a:pt x="275370" y="327965"/>
                  </a:lnTo>
                  <a:lnTo>
                    <a:pt x="258558" y="366414"/>
                  </a:lnTo>
                  <a:lnTo>
                    <a:pt x="231178" y="389143"/>
                  </a:lnTo>
                  <a:lnTo>
                    <a:pt x="193753" y="396616"/>
                  </a:lnTo>
                  <a:lnTo>
                    <a:pt x="157139" y="388845"/>
                  </a:lnTo>
                  <a:lnTo>
                    <a:pt x="130175" y="365621"/>
                  </a:lnTo>
                  <a:lnTo>
                    <a:pt x="113516" y="327072"/>
                  </a:lnTo>
                  <a:lnTo>
                    <a:pt x="107818" y="273331"/>
                  </a:lnTo>
                  <a:lnTo>
                    <a:pt x="107818" y="0"/>
                  </a:lnTo>
                  <a:lnTo>
                    <a:pt x="0" y="0"/>
                  </a:lnTo>
                  <a:lnTo>
                    <a:pt x="0" y="264892"/>
                  </a:lnTo>
                  <a:lnTo>
                    <a:pt x="4253" y="324651"/>
                  </a:lnTo>
                  <a:lnTo>
                    <a:pt x="16765" y="374300"/>
                  </a:lnTo>
                  <a:lnTo>
                    <a:pt x="37165" y="414172"/>
                  </a:lnTo>
                  <a:lnTo>
                    <a:pt x="65082" y="444602"/>
                  </a:lnTo>
                  <a:lnTo>
                    <a:pt x="100145" y="465925"/>
                  </a:lnTo>
                  <a:lnTo>
                    <a:pt x="141983" y="478473"/>
                  </a:lnTo>
                  <a:lnTo>
                    <a:pt x="190224" y="482582"/>
                  </a:lnTo>
                  <a:lnTo>
                    <a:pt x="240229" y="478290"/>
                  </a:lnTo>
                  <a:lnTo>
                    <a:pt x="283689" y="465335"/>
                  </a:lnTo>
                  <a:lnTo>
                    <a:pt x="320188" y="443592"/>
                  </a:lnTo>
                  <a:lnTo>
                    <a:pt x="349304" y="412939"/>
                  </a:lnTo>
                  <a:lnTo>
                    <a:pt x="370620" y="373254"/>
                  </a:lnTo>
                  <a:lnTo>
                    <a:pt x="383717" y="324414"/>
                  </a:lnTo>
                  <a:lnTo>
                    <a:pt x="388176" y="266295"/>
                  </a:lnTo>
                  <a:lnTo>
                    <a:pt x="388176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55" name="Google Shape;55;p20"/>
            <p:cNvGrpSpPr/>
            <p:nvPr/>
          </p:nvGrpSpPr>
          <p:grpSpPr>
            <a:xfrm>
              <a:off x="11114331" y="5879067"/>
              <a:ext cx="445703" cy="598161"/>
              <a:chOff x="18406074" y="10234089"/>
              <a:chExt cx="445703" cy="598161"/>
            </a:xfrm>
          </p:grpSpPr>
          <p:sp>
            <p:nvSpPr>
              <p:cNvPr id="56" name="Google Shape;56;p20"/>
              <p:cNvSpPr/>
              <p:nvPr/>
            </p:nvSpPr>
            <p:spPr>
              <a:xfrm>
                <a:off x="18406074" y="10341395"/>
                <a:ext cx="376555" cy="490855"/>
              </a:xfrm>
              <a:custGeom>
                <a:avLst/>
                <a:gdLst/>
                <a:ahLst/>
                <a:cxnLst/>
                <a:rect l="l" t="t" r="r" b="b"/>
                <a:pathLst>
                  <a:path w="376555" h="490854" extrusionOk="0">
                    <a:moveTo>
                      <a:pt x="259248" y="0"/>
                    </a:moveTo>
                    <a:lnTo>
                      <a:pt x="212510" y="3315"/>
                    </a:lnTo>
                    <a:lnTo>
                      <a:pt x="168577" y="13160"/>
                    </a:lnTo>
                    <a:lnTo>
                      <a:pt x="128168" y="29385"/>
                    </a:lnTo>
                    <a:lnTo>
                      <a:pt x="92002" y="51838"/>
                    </a:lnTo>
                    <a:lnTo>
                      <a:pt x="60799" y="80367"/>
                    </a:lnTo>
                    <a:lnTo>
                      <a:pt x="35278" y="114822"/>
                    </a:lnTo>
                    <a:lnTo>
                      <a:pt x="16158" y="155053"/>
                    </a:lnTo>
                    <a:lnTo>
                      <a:pt x="4159" y="200906"/>
                    </a:lnTo>
                    <a:lnTo>
                      <a:pt x="0" y="252233"/>
                    </a:lnTo>
                    <a:lnTo>
                      <a:pt x="3124" y="296015"/>
                    </a:lnTo>
                    <a:lnTo>
                      <a:pt x="12470" y="336820"/>
                    </a:lnTo>
                    <a:lnTo>
                      <a:pt x="27997" y="374067"/>
                    </a:lnTo>
                    <a:lnTo>
                      <a:pt x="49665" y="407177"/>
                    </a:lnTo>
                    <a:lnTo>
                      <a:pt x="77432" y="435568"/>
                    </a:lnTo>
                    <a:lnTo>
                      <a:pt x="111258" y="458660"/>
                    </a:lnTo>
                    <a:lnTo>
                      <a:pt x="151102" y="475874"/>
                    </a:lnTo>
                    <a:lnTo>
                      <a:pt x="196924" y="486627"/>
                    </a:lnTo>
                    <a:lnTo>
                      <a:pt x="248683" y="490341"/>
                    </a:lnTo>
                    <a:lnTo>
                      <a:pt x="289323" y="488424"/>
                    </a:lnTo>
                    <a:lnTo>
                      <a:pt x="323888" y="483469"/>
                    </a:lnTo>
                    <a:lnTo>
                      <a:pt x="351317" y="476664"/>
                    </a:lnTo>
                    <a:lnTo>
                      <a:pt x="370554" y="469200"/>
                    </a:lnTo>
                    <a:lnTo>
                      <a:pt x="354355" y="385380"/>
                    </a:lnTo>
                    <a:lnTo>
                      <a:pt x="336022" y="391357"/>
                    </a:lnTo>
                    <a:lnTo>
                      <a:pt x="313851" y="396278"/>
                    </a:lnTo>
                    <a:lnTo>
                      <a:pt x="289564" y="399616"/>
                    </a:lnTo>
                    <a:lnTo>
                      <a:pt x="264881" y="400846"/>
                    </a:lnTo>
                    <a:lnTo>
                      <a:pt x="212272" y="393858"/>
                    </a:lnTo>
                    <a:lnTo>
                      <a:pt x="169943" y="373685"/>
                    </a:lnTo>
                    <a:lnTo>
                      <a:pt x="138704" y="341508"/>
                    </a:lnTo>
                    <a:lnTo>
                      <a:pt x="119366" y="298511"/>
                    </a:lnTo>
                    <a:lnTo>
                      <a:pt x="112740" y="245877"/>
                    </a:lnTo>
                    <a:lnTo>
                      <a:pt x="120306" y="188964"/>
                    </a:lnTo>
                    <a:lnTo>
                      <a:pt x="141498" y="144930"/>
                    </a:lnTo>
                    <a:lnTo>
                      <a:pt x="174052" y="113642"/>
                    </a:lnTo>
                    <a:lnTo>
                      <a:pt x="215707" y="94967"/>
                    </a:lnTo>
                    <a:lnTo>
                      <a:pt x="264201" y="88772"/>
                    </a:lnTo>
                    <a:lnTo>
                      <a:pt x="291260" y="90238"/>
                    </a:lnTo>
                    <a:lnTo>
                      <a:pt x="315349" y="94150"/>
                    </a:lnTo>
                    <a:lnTo>
                      <a:pt x="336402" y="99775"/>
                    </a:lnTo>
                    <a:lnTo>
                      <a:pt x="354355" y="106384"/>
                    </a:lnTo>
                    <a:lnTo>
                      <a:pt x="376208" y="21161"/>
                    </a:lnTo>
                    <a:lnTo>
                      <a:pt x="357739" y="13689"/>
                    </a:lnTo>
                    <a:lnTo>
                      <a:pt x="331471" y="6878"/>
                    </a:lnTo>
                    <a:lnTo>
                      <a:pt x="298332" y="1917"/>
                    </a:lnTo>
                    <a:lnTo>
                      <a:pt x="259248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57" name="Google Shape;57;p20"/>
              <p:cNvPicPr preferRelativeResize="0"/>
              <p:nvPr/>
            </p:nvPicPr>
            <p:blipFill rotWithShape="1">
              <a:blip r:embed="rId2">
                <a:alphaModFix/>
              </a:blip>
              <a:srcRect/>
              <a:stretch/>
            </p:blipFill>
            <p:spPr>
              <a:xfrm>
                <a:off x="18739823" y="10234089"/>
                <a:ext cx="111954" cy="111944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pic>
        <p:nvPicPr>
          <p:cNvPr id="58" name="Google Shape;58;p2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17592" y="2244940"/>
            <a:ext cx="119084" cy="422748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PA FINAL">
  <p:cSld name="TAPA FINAL"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24"/>
          <p:cNvSpPr/>
          <p:nvPr/>
        </p:nvSpPr>
        <p:spPr>
          <a:xfrm>
            <a:off x="0" y="1"/>
            <a:ext cx="12192000" cy="6858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1" name="Google Shape;61;p24"/>
          <p:cNvGrpSpPr/>
          <p:nvPr/>
        </p:nvGrpSpPr>
        <p:grpSpPr>
          <a:xfrm>
            <a:off x="2569595" y="5445627"/>
            <a:ext cx="7052811" cy="563479"/>
            <a:chOff x="1569453" y="5445627"/>
            <a:chExt cx="7052811" cy="563479"/>
          </a:xfrm>
        </p:grpSpPr>
        <p:pic>
          <p:nvPicPr>
            <p:cNvPr id="62" name="Google Shape;62;p24"/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3569736" y="5445627"/>
              <a:ext cx="5052528" cy="56347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3" name="Google Shape;63;p24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569453" y="5505450"/>
              <a:ext cx="1331493" cy="443831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64" name="Google Shape;64;p2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097179" y="2291644"/>
            <a:ext cx="3997641" cy="129690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ORTADA interior 4">
  <p:cSld name="PORTADA interior 4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1"/>
          <p:cNvSpPr/>
          <p:nvPr/>
        </p:nvSpPr>
        <p:spPr>
          <a:xfrm>
            <a:off x="7765159" y="2143668"/>
            <a:ext cx="3936955" cy="2845428"/>
          </a:xfrm>
          <a:prstGeom prst="rect">
            <a:avLst/>
          </a:prstGeom>
          <a:solidFill>
            <a:srgbClr val="FFFFFF">
              <a:alpha val="30588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" name="Google Shape;67;p21"/>
          <p:cNvSpPr/>
          <p:nvPr/>
        </p:nvSpPr>
        <p:spPr>
          <a:xfrm>
            <a:off x="7765160" y="2143669"/>
            <a:ext cx="342858" cy="342858"/>
          </a:xfrm>
          <a:prstGeom prst="rect">
            <a:avLst/>
          </a:prstGeom>
          <a:solidFill>
            <a:srgbClr val="4E7CD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21"/>
          <p:cNvSpPr txBox="1">
            <a:spLocks noGrp="1"/>
          </p:cNvSpPr>
          <p:nvPr>
            <p:ph type="title"/>
          </p:nvPr>
        </p:nvSpPr>
        <p:spPr>
          <a:xfrm>
            <a:off x="8458521" y="2752716"/>
            <a:ext cx="2805775" cy="1627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  <a:defRPr sz="32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21"/>
          <p:cNvSpPr/>
          <p:nvPr/>
        </p:nvSpPr>
        <p:spPr>
          <a:xfrm>
            <a:off x="0" y="2695073"/>
            <a:ext cx="1459832" cy="1467854"/>
          </a:xfrm>
          <a:prstGeom prst="rect">
            <a:avLst/>
          </a:prstGeom>
          <a:solidFill>
            <a:srgbClr val="4E7CD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21"/>
          <p:cNvSpPr txBox="1"/>
          <p:nvPr/>
        </p:nvSpPr>
        <p:spPr>
          <a:xfrm>
            <a:off x="-1" y="2752716"/>
            <a:ext cx="1459833" cy="1377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Font typeface="Arial"/>
              <a:buNone/>
            </a:pPr>
            <a:r>
              <a:rPr lang="es-ES" sz="80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sz="8000" b="1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NTERIOR 2">
  <p:cSld name="INTERIOR 2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22"/>
          <p:cNvSpPr/>
          <p:nvPr/>
        </p:nvSpPr>
        <p:spPr>
          <a:xfrm>
            <a:off x="0" y="0"/>
            <a:ext cx="4459705" cy="6858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" name="Google Shape;73;p22"/>
          <p:cNvSpPr/>
          <p:nvPr/>
        </p:nvSpPr>
        <p:spPr>
          <a:xfrm>
            <a:off x="970947" y="900877"/>
            <a:ext cx="3748474" cy="5056245"/>
          </a:xfrm>
          <a:prstGeom prst="rect">
            <a:avLst/>
          </a:prstGeom>
          <a:solidFill>
            <a:srgbClr val="4E7CD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4" name="Google Shape;74;p2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 rot="-5400000" flipH="1">
            <a:off x="10929134" y="3487483"/>
            <a:ext cx="2392160" cy="133572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22"/>
          <p:cNvSpPr txBox="1">
            <a:spLocks noGrp="1"/>
          </p:cNvSpPr>
          <p:nvPr>
            <p:ph type="title"/>
          </p:nvPr>
        </p:nvSpPr>
        <p:spPr>
          <a:xfrm>
            <a:off x="1477466" y="2219158"/>
            <a:ext cx="2805775" cy="1627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  <a:defRPr sz="32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22"/>
          <p:cNvSpPr txBox="1">
            <a:spLocks noGrp="1"/>
          </p:cNvSpPr>
          <p:nvPr>
            <p:ph type="body" idx="1"/>
          </p:nvPr>
        </p:nvSpPr>
        <p:spPr>
          <a:xfrm>
            <a:off x="1477466" y="4008906"/>
            <a:ext cx="2805775" cy="7463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Char char="•"/>
              <a:defRPr b="0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grpSp>
        <p:nvGrpSpPr>
          <p:cNvPr id="77" name="Google Shape;77;p22"/>
          <p:cNvGrpSpPr/>
          <p:nvPr/>
        </p:nvGrpSpPr>
        <p:grpSpPr>
          <a:xfrm>
            <a:off x="10559057" y="6273209"/>
            <a:ext cx="1405046" cy="320981"/>
            <a:chOff x="8941676" y="5879067"/>
            <a:chExt cx="2618358" cy="598161"/>
          </a:xfrm>
        </p:grpSpPr>
        <p:sp>
          <p:nvSpPr>
            <p:cNvPr id="78" name="Google Shape;78;p22"/>
            <p:cNvSpPr/>
            <p:nvPr/>
          </p:nvSpPr>
          <p:spPr>
            <a:xfrm>
              <a:off x="8941676" y="5949980"/>
              <a:ext cx="1618615" cy="525145"/>
            </a:xfrm>
            <a:custGeom>
              <a:avLst/>
              <a:gdLst/>
              <a:ahLst/>
              <a:cxnLst/>
              <a:rect l="l" t="t" r="r" b="b"/>
              <a:pathLst>
                <a:path w="1618615" h="525145" extrusionOk="0">
                  <a:moveTo>
                    <a:pt x="453097" y="247865"/>
                  </a:moveTo>
                  <a:lnTo>
                    <a:pt x="449186" y="196367"/>
                  </a:lnTo>
                  <a:lnTo>
                    <a:pt x="437921" y="151307"/>
                  </a:lnTo>
                  <a:lnTo>
                    <a:pt x="419925" y="112522"/>
                  </a:lnTo>
                  <a:lnTo>
                    <a:pt x="395884" y="79870"/>
                  </a:lnTo>
                  <a:lnTo>
                    <a:pt x="366445" y="53213"/>
                  </a:lnTo>
                  <a:lnTo>
                    <a:pt x="330708" y="31546"/>
                  </a:lnTo>
                  <a:lnTo>
                    <a:pt x="330708" y="251650"/>
                  </a:lnTo>
                  <a:lnTo>
                    <a:pt x="325094" y="307492"/>
                  </a:lnTo>
                  <a:lnTo>
                    <a:pt x="308851" y="352729"/>
                  </a:lnTo>
                  <a:lnTo>
                    <a:pt x="282892" y="387540"/>
                  </a:lnTo>
                  <a:lnTo>
                    <a:pt x="248132" y="412089"/>
                  </a:lnTo>
                  <a:lnTo>
                    <a:pt x="205486" y="426542"/>
                  </a:lnTo>
                  <a:lnTo>
                    <a:pt x="155841" y="431076"/>
                  </a:lnTo>
                  <a:lnTo>
                    <a:pt x="145161" y="431038"/>
                  </a:lnTo>
                  <a:lnTo>
                    <a:pt x="134264" y="430784"/>
                  </a:lnTo>
                  <a:lnTo>
                    <a:pt x="124079" y="430098"/>
                  </a:lnTo>
                  <a:lnTo>
                    <a:pt x="115519" y="428764"/>
                  </a:lnTo>
                  <a:lnTo>
                    <a:pt x="115519" y="93497"/>
                  </a:lnTo>
                  <a:lnTo>
                    <a:pt x="124383" y="91821"/>
                  </a:lnTo>
                  <a:lnTo>
                    <a:pt x="136080" y="90347"/>
                  </a:lnTo>
                  <a:lnTo>
                    <a:pt x="150622" y="89319"/>
                  </a:lnTo>
                  <a:lnTo>
                    <a:pt x="168008" y="88925"/>
                  </a:lnTo>
                  <a:lnTo>
                    <a:pt x="214909" y="93319"/>
                  </a:lnTo>
                  <a:lnTo>
                    <a:pt x="254800" y="106616"/>
                  </a:lnTo>
                  <a:lnTo>
                    <a:pt x="286994" y="128943"/>
                  </a:lnTo>
                  <a:lnTo>
                    <a:pt x="310832" y="160464"/>
                  </a:lnTo>
                  <a:lnTo>
                    <a:pt x="325628" y="201320"/>
                  </a:lnTo>
                  <a:lnTo>
                    <a:pt x="330708" y="251650"/>
                  </a:lnTo>
                  <a:lnTo>
                    <a:pt x="330708" y="31546"/>
                  </a:lnTo>
                  <a:lnTo>
                    <a:pt x="326796" y="29171"/>
                  </a:lnTo>
                  <a:lnTo>
                    <a:pt x="279666" y="12636"/>
                  </a:lnTo>
                  <a:lnTo>
                    <a:pt x="223278" y="3073"/>
                  </a:lnTo>
                  <a:lnTo>
                    <a:pt x="155841" y="0"/>
                  </a:lnTo>
                  <a:lnTo>
                    <a:pt x="113093" y="711"/>
                  </a:lnTo>
                  <a:lnTo>
                    <a:pt x="72212" y="2857"/>
                  </a:lnTo>
                  <a:lnTo>
                    <a:pt x="34175" y="6413"/>
                  </a:lnTo>
                  <a:lnTo>
                    <a:pt x="0" y="11417"/>
                  </a:lnTo>
                  <a:lnTo>
                    <a:pt x="0" y="513930"/>
                  </a:lnTo>
                  <a:lnTo>
                    <a:pt x="23964" y="516724"/>
                  </a:lnTo>
                  <a:lnTo>
                    <a:pt x="53784" y="519150"/>
                  </a:lnTo>
                  <a:lnTo>
                    <a:pt x="89585" y="520877"/>
                  </a:lnTo>
                  <a:lnTo>
                    <a:pt x="131495" y="521525"/>
                  </a:lnTo>
                  <a:lnTo>
                    <a:pt x="189534" y="518960"/>
                  </a:lnTo>
                  <a:lnTo>
                    <a:pt x="242811" y="511162"/>
                  </a:lnTo>
                  <a:lnTo>
                    <a:pt x="290804" y="498043"/>
                  </a:lnTo>
                  <a:lnTo>
                    <a:pt x="332955" y="479501"/>
                  </a:lnTo>
                  <a:lnTo>
                    <a:pt x="368719" y="455409"/>
                  </a:lnTo>
                  <a:lnTo>
                    <a:pt x="396163" y="427177"/>
                  </a:lnTo>
                  <a:lnTo>
                    <a:pt x="419430" y="392518"/>
                  </a:lnTo>
                  <a:lnTo>
                    <a:pt x="437400" y="351231"/>
                  </a:lnTo>
                  <a:lnTo>
                    <a:pt x="448983" y="303085"/>
                  </a:lnTo>
                  <a:lnTo>
                    <a:pt x="453097" y="247865"/>
                  </a:lnTo>
                  <a:close/>
                </a:path>
                <a:path w="1618615" h="525145" extrusionOk="0">
                  <a:moveTo>
                    <a:pt x="849947" y="516191"/>
                  </a:moveTo>
                  <a:lnTo>
                    <a:pt x="848817" y="491236"/>
                  </a:lnTo>
                  <a:lnTo>
                    <a:pt x="847839" y="463080"/>
                  </a:lnTo>
                  <a:lnTo>
                    <a:pt x="847140" y="431634"/>
                  </a:lnTo>
                  <a:lnTo>
                    <a:pt x="846874" y="396836"/>
                  </a:lnTo>
                  <a:lnTo>
                    <a:pt x="846874" y="144449"/>
                  </a:lnTo>
                  <a:lnTo>
                    <a:pt x="731316" y="144449"/>
                  </a:lnTo>
                  <a:lnTo>
                    <a:pt x="731316" y="365671"/>
                  </a:lnTo>
                  <a:lnTo>
                    <a:pt x="731037" y="372808"/>
                  </a:lnTo>
                  <a:lnTo>
                    <a:pt x="707301" y="417766"/>
                  </a:lnTo>
                  <a:lnTo>
                    <a:pt x="668985" y="431076"/>
                  </a:lnTo>
                  <a:lnTo>
                    <a:pt x="642531" y="425119"/>
                  </a:lnTo>
                  <a:lnTo>
                    <a:pt x="624332" y="407974"/>
                  </a:lnTo>
                  <a:lnTo>
                    <a:pt x="613841" y="380707"/>
                  </a:lnTo>
                  <a:lnTo>
                    <a:pt x="610463" y="344398"/>
                  </a:lnTo>
                  <a:lnTo>
                    <a:pt x="610463" y="144449"/>
                  </a:lnTo>
                  <a:lnTo>
                    <a:pt x="494906" y="144449"/>
                  </a:lnTo>
                  <a:lnTo>
                    <a:pt x="494906" y="362623"/>
                  </a:lnTo>
                  <a:lnTo>
                    <a:pt x="501205" y="423557"/>
                  </a:lnTo>
                  <a:lnTo>
                    <a:pt x="519036" y="469226"/>
                  </a:lnTo>
                  <a:lnTo>
                    <a:pt x="546785" y="500634"/>
                  </a:lnTo>
                  <a:lnTo>
                    <a:pt x="582866" y="518756"/>
                  </a:lnTo>
                  <a:lnTo>
                    <a:pt x="625652" y="524573"/>
                  </a:lnTo>
                  <a:lnTo>
                    <a:pt x="670026" y="518274"/>
                  </a:lnTo>
                  <a:lnTo>
                    <a:pt x="703491" y="502716"/>
                  </a:lnTo>
                  <a:lnTo>
                    <a:pt x="727113" y="482879"/>
                  </a:lnTo>
                  <a:lnTo>
                    <a:pt x="741972" y="463753"/>
                  </a:lnTo>
                  <a:lnTo>
                    <a:pt x="744245" y="463753"/>
                  </a:lnTo>
                  <a:lnTo>
                    <a:pt x="749592" y="516191"/>
                  </a:lnTo>
                  <a:lnTo>
                    <a:pt x="849947" y="516191"/>
                  </a:lnTo>
                  <a:close/>
                </a:path>
                <a:path w="1618615" h="525145" extrusionOk="0">
                  <a:moveTo>
                    <a:pt x="1277759" y="326885"/>
                  </a:moveTo>
                  <a:lnTo>
                    <a:pt x="1273225" y="280898"/>
                  </a:lnTo>
                  <a:lnTo>
                    <a:pt x="1260055" y="239864"/>
                  </a:lnTo>
                  <a:lnTo>
                    <a:pt x="1247533" y="218948"/>
                  </a:lnTo>
                  <a:lnTo>
                    <a:pt x="1238923" y="204558"/>
                  </a:lnTo>
                  <a:lnTo>
                    <a:pt x="1210513" y="175742"/>
                  </a:lnTo>
                  <a:lnTo>
                    <a:pt x="1175537" y="154216"/>
                  </a:lnTo>
                  <a:lnTo>
                    <a:pt x="1157643" y="148323"/>
                  </a:lnTo>
                  <a:lnTo>
                    <a:pt x="1157643" y="329958"/>
                  </a:lnTo>
                  <a:lnTo>
                    <a:pt x="1152537" y="375627"/>
                  </a:lnTo>
                  <a:lnTo>
                    <a:pt x="1137881" y="410908"/>
                  </a:lnTo>
                  <a:lnTo>
                    <a:pt x="1114679" y="433641"/>
                  </a:lnTo>
                  <a:lnTo>
                    <a:pt x="1083906" y="441693"/>
                  </a:lnTo>
                  <a:lnTo>
                    <a:pt x="1083157" y="441693"/>
                  </a:lnTo>
                  <a:lnTo>
                    <a:pt x="1050861" y="433222"/>
                  </a:lnTo>
                  <a:lnTo>
                    <a:pt x="1027264" y="409867"/>
                  </a:lnTo>
                  <a:lnTo>
                    <a:pt x="1012799" y="374675"/>
                  </a:lnTo>
                  <a:lnTo>
                    <a:pt x="1007884" y="330708"/>
                  </a:lnTo>
                  <a:lnTo>
                    <a:pt x="1012063" y="289839"/>
                  </a:lnTo>
                  <a:lnTo>
                    <a:pt x="1025372" y="254025"/>
                  </a:lnTo>
                  <a:lnTo>
                    <a:pt x="1048931" y="228612"/>
                  </a:lnTo>
                  <a:lnTo>
                    <a:pt x="1083906" y="218948"/>
                  </a:lnTo>
                  <a:lnTo>
                    <a:pt x="1117574" y="228612"/>
                  </a:lnTo>
                  <a:lnTo>
                    <a:pt x="1140447" y="253936"/>
                  </a:lnTo>
                  <a:lnTo>
                    <a:pt x="1153502" y="289521"/>
                  </a:lnTo>
                  <a:lnTo>
                    <a:pt x="1157643" y="329958"/>
                  </a:lnTo>
                  <a:lnTo>
                    <a:pt x="1157643" y="148323"/>
                  </a:lnTo>
                  <a:lnTo>
                    <a:pt x="1134618" y="140728"/>
                  </a:lnTo>
                  <a:lnTo>
                    <a:pt x="1088466" y="136067"/>
                  </a:lnTo>
                  <a:lnTo>
                    <a:pt x="1039609" y="140665"/>
                  </a:lnTo>
                  <a:lnTo>
                    <a:pt x="996442" y="154089"/>
                  </a:lnTo>
                  <a:lnTo>
                    <a:pt x="959637" y="175755"/>
                  </a:lnTo>
                  <a:lnTo>
                    <a:pt x="929855" y="205041"/>
                  </a:lnTo>
                  <a:lnTo>
                    <a:pt x="907770" y="241401"/>
                  </a:lnTo>
                  <a:lnTo>
                    <a:pt x="894016" y="284226"/>
                  </a:lnTo>
                  <a:lnTo>
                    <a:pt x="889292" y="332955"/>
                  </a:lnTo>
                  <a:lnTo>
                    <a:pt x="894245" y="381393"/>
                  </a:lnTo>
                  <a:lnTo>
                    <a:pt x="908405" y="423481"/>
                  </a:lnTo>
                  <a:lnTo>
                    <a:pt x="930757" y="458812"/>
                  </a:lnTo>
                  <a:lnTo>
                    <a:pt x="960272" y="486994"/>
                  </a:lnTo>
                  <a:lnTo>
                    <a:pt x="995946" y="507606"/>
                  </a:lnTo>
                  <a:lnTo>
                    <a:pt x="1036726" y="520268"/>
                  </a:lnTo>
                  <a:lnTo>
                    <a:pt x="1081608" y="524573"/>
                  </a:lnTo>
                  <a:lnTo>
                    <a:pt x="1082382" y="524573"/>
                  </a:lnTo>
                  <a:lnTo>
                    <a:pt x="1124318" y="520725"/>
                  </a:lnTo>
                  <a:lnTo>
                    <a:pt x="1164336" y="509054"/>
                  </a:lnTo>
                  <a:lnTo>
                    <a:pt x="1200772" y="489381"/>
                  </a:lnTo>
                  <a:lnTo>
                    <a:pt x="1231976" y="461518"/>
                  </a:lnTo>
                  <a:lnTo>
                    <a:pt x="1245285" y="441693"/>
                  </a:lnTo>
                  <a:lnTo>
                    <a:pt x="1256322" y="425259"/>
                  </a:lnTo>
                  <a:lnTo>
                    <a:pt x="1272120" y="380453"/>
                  </a:lnTo>
                  <a:lnTo>
                    <a:pt x="1277759" y="326885"/>
                  </a:lnTo>
                  <a:close/>
                </a:path>
                <a:path w="1618615" h="525145" extrusionOk="0">
                  <a:moveTo>
                    <a:pt x="1618411" y="150533"/>
                  </a:moveTo>
                  <a:lnTo>
                    <a:pt x="1598650" y="144424"/>
                  </a:lnTo>
                  <a:lnTo>
                    <a:pt x="1576603" y="139865"/>
                  </a:lnTo>
                  <a:lnTo>
                    <a:pt x="1553413" y="137033"/>
                  </a:lnTo>
                  <a:lnTo>
                    <a:pt x="1530223" y="136055"/>
                  </a:lnTo>
                  <a:lnTo>
                    <a:pt x="1474876" y="141300"/>
                  </a:lnTo>
                  <a:lnTo>
                    <a:pt x="1427530" y="156235"/>
                  </a:lnTo>
                  <a:lnTo>
                    <a:pt x="1388376" y="179628"/>
                  </a:lnTo>
                  <a:lnTo>
                    <a:pt x="1357591" y="210299"/>
                  </a:lnTo>
                  <a:lnTo>
                    <a:pt x="1335366" y="247015"/>
                  </a:lnTo>
                  <a:lnTo>
                    <a:pt x="1321904" y="288569"/>
                  </a:lnTo>
                  <a:lnTo>
                    <a:pt x="1317371" y="333743"/>
                  </a:lnTo>
                  <a:lnTo>
                    <a:pt x="1321968" y="381190"/>
                  </a:lnTo>
                  <a:lnTo>
                    <a:pt x="1335392" y="422783"/>
                  </a:lnTo>
                  <a:lnTo>
                    <a:pt x="1357045" y="458012"/>
                  </a:lnTo>
                  <a:lnTo>
                    <a:pt x="1386344" y="486346"/>
                  </a:lnTo>
                  <a:lnTo>
                    <a:pt x="1422704" y="507225"/>
                  </a:lnTo>
                  <a:lnTo>
                    <a:pt x="1465541" y="520153"/>
                  </a:lnTo>
                  <a:lnTo>
                    <a:pt x="1514259" y="524573"/>
                  </a:lnTo>
                  <a:lnTo>
                    <a:pt x="1546148" y="523240"/>
                  </a:lnTo>
                  <a:lnTo>
                    <a:pt x="1599057" y="514007"/>
                  </a:lnTo>
                  <a:lnTo>
                    <a:pt x="1603971" y="421932"/>
                  </a:lnTo>
                  <a:lnTo>
                    <a:pt x="1590116" y="427050"/>
                  </a:lnTo>
                  <a:lnTo>
                    <a:pt x="1574609" y="430872"/>
                  </a:lnTo>
                  <a:lnTo>
                    <a:pt x="1557248" y="433273"/>
                  </a:lnTo>
                  <a:lnTo>
                    <a:pt x="1537817" y="434098"/>
                  </a:lnTo>
                  <a:lnTo>
                    <a:pt x="1498168" y="427329"/>
                  </a:lnTo>
                  <a:lnTo>
                    <a:pt x="1465795" y="407301"/>
                  </a:lnTo>
                  <a:lnTo>
                    <a:pt x="1443951" y="374446"/>
                  </a:lnTo>
                  <a:lnTo>
                    <a:pt x="1435938" y="329196"/>
                  </a:lnTo>
                  <a:lnTo>
                    <a:pt x="1442631" y="287261"/>
                  </a:lnTo>
                  <a:lnTo>
                    <a:pt x="1462659" y="254304"/>
                  </a:lnTo>
                  <a:lnTo>
                    <a:pt x="1494218" y="232752"/>
                  </a:lnTo>
                  <a:lnTo>
                    <a:pt x="1535557" y="225031"/>
                  </a:lnTo>
                  <a:lnTo>
                    <a:pt x="1556562" y="225958"/>
                  </a:lnTo>
                  <a:lnTo>
                    <a:pt x="1574152" y="228447"/>
                  </a:lnTo>
                  <a:lnTo>
                    <a:pt x="1588592" y="232092"/>
                  </a:lnTo>
                  <a:lnTo>
                    <a:pt x="1600174" y="236435"/>
                  </a:lnTo>
                  <a:lnTo>
                    <a:pt x="1618411" y="150533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" name="Google Shape;79;p22"/>
            <p:cNvSpPr/>
            <p:nvPr/>
          </p:nvSpPr>
          <p:spPr>
            <a:xfrm>
              <a:off x="10672317" y="5994129"/>
              <a:ext cx="388620" cy="482600"/>
            </a:xfrm>
            <a:custGeom>
              <a:avLst/>
              <a:gdLst/>
              <a:ahLst/>
              <a:cxnLst/>
              <a:rect l="l" t="t" r="r" b="b"/>
              <a:pathLst>
                <a:path w="388619" h="482600" extrusionOk="0">
                  <a:moveTo>
                    <a:pt x="388176" y="0"/>
                  </a:moveTo>
                  <a:lnTo>
                    <a:pt x="281090" y="0"/>
                  </a:lnTo>
                  <a:lnTo>
                    <a:pt x="281090" y="273331"/>
                  </a:lnTo>
                  <a:lnTo>
                    <a:pt x="275370" y="327965"/>
                  </a:lnTo>
                  <a:lnTo>
                    <a:pt x="258558" y="366414"/>
                  </a:lnTo>
                  <a:lnTo>
                    <a:pt x="231178" y="389143"/>
                  </a:lnTo>
                  <a:lnTo>
                    <a:pt x="193753" y="396616"/>
                  </a:lnTo>
                  <a:lnTo>
                    <a:pt x="157139" y="388845"/>
                  </a:lnTo>
                  <a:lnTo>
                    <a:pt x="130175" y="365621"/>
                  </a:lnTo>
                  <a:lnTo>
                    <a:pt x="113516" y="327072"/>
                  </a:lnTo>
                  <a:lnTo>
                    <a:pt x="107818" y="273331"/>
                  </a:lnTo>
                  <a:lnTo>
                    <a:pt x="107818" y="0"/>
                  </a:lnTo>
                  <a:lnTo>
                    <a:pt x="0" y="0"/>
                  </a:lnTo>
                  <a:lnTo>
                    <a:pt x="0" y="264892"/>
                  </a:lnTo>
                  <a:lnTo>
                    <a:pt x="4253" y="324651"/>
                  </a:lnTo>
                  <a:lnTo>
                    <a:pt x="16765" y="374300"/>
                  </a:lnTo>
                  <a:lnTo>
                    <a:pt x="37165" y="414172"/>
                  </a:lnTo>
                  <a:lnTo>
                    <a:pt x="65082" y="444602"/>
                  </a:lnTo>
                  <a:lnTo>
                    <a:pt x="100145" y="465925"/>
                  </a:lnTo>
                  <a:lnTo>
                    <a:pt x="141983" y="478473"/>
                  </a:lnTo>
                  <a:lnTo>
                    <a:pt x="190224" y="482582"/>
                  </a:lnTo>
                  <a:lnTo>
                    <a:pt x="240229" y="478290"/>
                  </a:lnTo>
                  <a:lnTo>
                    <a:pt x="283689" y="465335"/>
                  </a:lnTo>
                  <a:lnTo>
                    <a:pt x="320188" y="443592"/>
                  </a:lnTo>
                  <a:lnTo>
                    <a:pt x="349304" y="412939"/>
                  </a:lnTo>
                  <a:lnTo>
                    <a:pt x="370620" y="373254"/>
                  </a:lnTo>
                  <a:lnTo>
                    <a:pt x="383717" y="324414"/>
                  </a:lnTo>
                  <a:lnTo>
                    <a:pt x="388176" y="266295"/>
                  </a:lnTo>
                  <a:lnTo>
                    <a:pt x="388176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80" name="Google Shape;80;p22"/>
            <p:cNvGrpSpPr/>
            <p:nvPr/>
          </p:nvGrpSpPr>
          <p:grpSpPr>
            <a:xfrm>
              <a:off x="11114331" y="5879067"/>
              <a:ext cx="445703" cy="598161"/>
              <a:chOff x="18406074" y="10234089"/>
              <a:chExt cx="445703" cy="598161"/>
            </a:xfrm>
          </p:grpSpPr>
          <p:sp>
            <p:nvSpPr>
              <p:cNvPr id="81" name="Google Shape;81;p22"/>
              <p:cNvSpPr/>
              <p:nvPr/>
            </p:nvSpPr>
            <p:spPr>
              <a:xfrm>
                <a:off x="18406074" y="10341395"/>
                <a:ext cx="376555" cy="490855"/>
              </a:xfrm>
              <a:custGeom>
                <a:avLst/>
                <a:gdLst/>
                <a:ahLst/>
                <a:cxnLst/>
                <a:rect l="l" t="t" r="r" b="b"/>
                <a:pathLst>
                  <a:path w="376555" h="490854" extrusionOk="0">
                    <a:moveTo>
                      <a:pt x="259248" y="0"/>
                    </a:moveTo>
                    <a:lnTo>
                      <a:pt x="212510" y="3315"/>
                    </a:lnTo>
                    <a:lnTo>
                      <a:pt x="168577" y="13160"/>
                    </a:lnTo>
                    <a:lnTo>
                      <a:pt x="128168" y="29385"/>
                    </a:lnTo>
                    <a:lnTo>
                      <a:pt x="92002" y="51838"/>
                    </a:lnTo>
                    <a:lnTo>
                      <a:pt x="60799" y="80367"/>
                    </a:lnTo>
                    <a:lnTo>
                      <a:pt x="35278" y="114822"/>
                    </a:lnTo>
                    <a:lnTo>
                      <a:pt x="16158" y="155053"/>
                    </a:lnTo>
                    <a:lnTo>
                      <a:pt x="4159" y="200906"/>
                    </a:lnTo>
                    <a:lnTo>
                      <a:pt x="0" y="252233"/>
                    </a:lnTo>
                    <a:lnTo>
                      <a:pt x="3124" y="296015"/>
                    </a:lnTo>
                    <a:lnTo>
                      <a:pt x="12470" y="336820"/>
                    </a:lnTo>
                    <a:lnTo>
                      <a:pt x="27997" y="374067"/>
                    </a:lnTo>
                    <a:lnTo>
                      <a:pt x="49665" y="407177"/>
                    </a:lnTo>
                    <a:lnTo>
                      <a:pt x="77432" y="435568"/>
                    </a:lnTo>
                    <a:lnTo>
                      <a:pt x="111258" y="458660"/>
                    </a:lnTo>
                    <a:lnTo>
                      <a:pt x="151102" y="475874"/>
                    </a:lnTo>
                    <a:lnTo>
                      <a:pt x="196924" y="486627"/>
                    </a:lnTo>
                    <a:lnTo>
                      <a:pt x="248683" y="490341"/>
                    </a:lnTo>
                    <a:lnTo>
                      <a:pt x="289323" y="488424"/>
                    </a:lnTo>
                    <a:lnTo>
                      <a:pt x="323888" y="483469"/>
                    </a:lnTo>
                    <a:lnTo>
                      <a:pt x="351317" y="476664"/>
                    </a:lnTo>
                    <a:lnTo>
                      <a:pt x="370554" y="469200"/>
                    </a:lnTo>
                    <a:lnTo>
                      <a:pt x="354355" y="385380"/>
                    </a:lnTo>
                    <a:lnTo>
                      <a:pt x="336022" y="391357"/>
                    </a:lnTo>
                    <a:lnTo>
                      <a:pt x="313851" y="396278"/>
                    </a:lnTo>
                    <a:lnTo>
                      <a:pt x="289564" y="399616"/>
                    </a:lnTo>
                    <a:lnTo>
                      <a:pt x="264881" y="400846"/>
                    </a:lnTo>
                    <a:lnTo>
                      <a:pt x="212272" y="393858"/>
                    </a:lnTo>
                    <a:lnTo>
                      <a:pt x="169943" y="373685"/>
                    </a:lnTo>
                    <a:lnTo>
                      <a:pt x="138704" y="341508"/>
                    </a:lnTo>
                    <a:lnTo>
                      <a:pt x="119366" y="298511"/>
                    </a:lnTo>
                    <a:lnTo>
                      <a:pt x="112740" y="245877"/>
                    </a:lnTo>
                    <a:lnTo>
                      <a:pt x="120306" y="188964"/>
                    </a:lnTo>
                    <a:lnTo>
                      <a:pt x="141498" y="144930"/>
                    </a:lnTo>
                    <a:lnTo>
                      <a:pt x="174052" y="113642"/>
                    </a:lnTo>
                    <a:lnTo>
                      <a:pt x="215707" y="94967"/>
                    </a:lnTo>
                    <a:lnTo>
                      <a:pt x="264201" y="88772"/>
                    </a:lnTo>
                    <a:lnTo>
                      <a:pt x="291260" y="90238"/>
                    </a:lnTo>
                    <a:lnTo>
                      <a:pt x="315349" y="94150"/>
                    </a:lnTo>
                    <a:lnTo>
                      <a:pt x="336402" y="99775"/>
                    </a:lnTo>
                    <a:lnTo>
                      <a:pt x="354355" y="106384"/>
                    </a:lnTo>
                    <a:lnTo>
                      <a:pt x="376208" y="21161"/>
                    </a:lnTo>
                    <a:lnTo>
                      <a:pt x="357739" y="13689"/>
                    </a:lnTo>
                    <a:lnTo>
                      <a:pt x="331471" y="6878"/>
                    </a:lnTo>
                    <a:lnTo>
                      <a:pt x="298332" y="1917"/>
                    </a:lnTo>
                    <a:lnTo>
                      <a:pt x="259248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82" name="Google Shape;82;p22"/>
              <p:cNvPicPr preferRelativeResize="0"/>
              <p:nvPr/>
            </p:nvPicPr>
            <p:blipFill rotWithShape="1">
              <a:blip r:embed="rId3">
                <a:alphaModFix/>
              </a:blip>
              <a:srcRect/>
              <a:stretch/>
            </p:blipFill>
            <p:spPr>
              <a:xfrm>
                <a:off x="18739823" y="10234089"/>
                <a:ext cx="111954" cy="111944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pic>
        <p:nvPicPr>
          <p:cNvPr id="83" name="Google Shape;83;p2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60414" y="1315256"/>
            <a:ext cx="119084" cy="422748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ORTADA interior 3">
  <p:cSld name="PORTADA interior 3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23"/>
          <p:cNvSpPr/>
          <p:nvPr/>
        </p:nvSpPr>
        <p:spPr>
          <a:xfrm>
            <a:off x="7765159" y="2143668"/>
            <a:ext cx="3936955" cy="2845428"/>
          </a:xfrm>
          <a:prstGeom prst="rect">
            <a:avLst/>
          </a:prstGeom>
          <a:solidFill>
            <a:srgbClr val="FFFFFF">
              <a:alpha val="30588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23"/>
          <p:cNvSpPr/>
          <p:nvPr/>
        </p:nvSpPr>
        <p:spPr>
          <a:xfrm>
            <a:off x="7765160" y="2143669"/>
            <a:ext cx="342858" cy="342858"/>
          </a:xfrm>
          <a:prstGeom prst="rect">
            <a:avLst/>
          </a:prstGeom>
          <a:solidFill>
            <a:srgbClr val="4E7CD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23"/>
          <p:cNvSpPr txBox="1">
            <a:spLocks noGrp="1"/>
          </p:cNvSpPr>
          <p:nvPr>
            <p:ph type="title"/>
          </p:nvPr>
        </p:nvSpPr>
        <p:spPr>
          <a:xfrm>
            <a:off x="8458521" y="2752716"/>
            <a:ext cx="2805775" cy="1627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  <a:defRPr sz="32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8" name="Google Shape;88;p23"/>
          <p:cNvSpPr/>
          <p:nvPr/>
        </p:nvSpPr>
        <p:spPr>
          <a:xfrm>
            <a:off x="0" y="2695073"/>
            <a:ext cx="1459832" cy="1467854"/>
          </a:xfrm>
          <a:prstGeom prst="rect">
            <a:avLst/>
          </a:prstGeom>
          <a:solidFill>
            <a:srgbClr val="4E7CD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23"/>
          <p:cNvSpPr txBox="1"/>
          <p:nvPr/>
        </p:nvSpPr>
        <p:spPr>
          <a:xfrm>
            <a:off x="-1" y="2752716"/>
            <a:ext cx="1459833" cy="1377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Font typeface="Arial"/>
              <a:buNone/>
            </a:pPr>
            <a:r>
              <a:rPr lang="es-ES" sz="80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sz="8000" b="1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apositiva de título" type="title">
  <p:cSld name="TITLE"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5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25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93" name="Google Shape;93;p2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4" name="Google Shape;94;p2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5" name="Google Shape;95;p2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objetos" type="obj">
  <p:cSld name="OBJECT"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8" name="Google Shape;98;p2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9" name="Google Shape;99;p2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0" name="Google Shape;100;p2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1" name="Google Shape;101;p2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cabezado de sección" type="secHead">
  <p:cSld name="SECTION_HEADER"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7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4" name="Google Shape;104;p27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000"/>
              <a:buNone/>
              <a:defRPr sz="2000">
                <a:solidFill>
                  <a:srgbClr val="757575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9pPr>
          </a:lstStyle>
          <a:p>
            <a:endParaRPr/>
          </a:p>
        </p:txBody>
      </p:sp>
      <p:sp>
        <p:nvSpPr>
          <p:cNvPr id="105" name="Google Shape;105;p2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6" name="Google Shape;106;p2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7" name="Google Shape;107;p2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os objetos" type="twoObj">
  <p:cSld name="TWO_OBJECTS"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0" name="Google Shape;110;p2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11" name="Google Shape;111;p28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12" name="Google Shape;112;p2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3" name="Google Shape;113;p2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4" name="Google Shape;114;p2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ación" type="twoTxTwoObj">
  <p:cSld name="TWO_OBJECTS_WITH_TEXT"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9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7" name="Google Shape;117;p29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18" name="Google Shape;118;p29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19" name="Google Shape;119;p29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20" name="Google Shape;120;p29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21" name="Google Shape;121;p2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2" name="Google Shape;122;p2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3" name="Google Shape;123;p2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olo el título" type="titleOnly">
  <p:cSld name="TITLE_ONLY"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3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6" name="Google Shape;126;p3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7" name="Google Shape;127;p3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8" name="Google Shape;128;p3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 blanco" type="blank">
  <p:cSld name="BLANK"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3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1" name="Google Shape;131;p3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2" name="Google Shape;132;p3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  <p:transition spd="slow">
    <p:wipe dir="d"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ido con título" type="objTx">
  <p:cSld name="OBJECT_WITH_CAPTION_TEXT"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32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5" name="Google Shape;135;p32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136" name="Google Shape;136;p32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137" name="Google Shape;137;p3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8" name="Google Shape;138;p3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9" name="Google Shape;139;p3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n con título" type="picTx">
  <p:cSld name="PICTURE_WITH_CAPTION_TEXT"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33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2" name="Google Shape;142;p33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143" name="Google Shape;143;p33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144" name="Google Shape;144;p3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5" name="Google Shape;145;p3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6" name="Google Shape;146;p3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texto vertical" type="vertTx">
  <p:cSld name="VERTICAL_TEXT"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3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9" name="Google Shape;149;p34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50" name="Google Shape;150;p3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1" name="Google Shape;151;p3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2" name="Google Shape;152;p3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vertical y texto" type="vertTitleAndTx">
  <p:cSld name="VERTICAL_TITLE_AND_VERTICAL_TEXT"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35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5" name="Google Shape;155;p35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56" name="Google Shape;156;p3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7" name="Google Shape;157;p3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8" name="Google Shape;158;p3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tabla" type="tbl">
  <p:cSld name="TABLE"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36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1" name="Google Shape;161;p3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2" name="Google Shape;162;p3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3" name="Google Shape;163;p3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contenido">
  <p:cSld name="Título y contenido">
    <p:bg>
      <p:bgPr>
        <a:solidFill>
          <a:schemeClr val="lt1"/>
        </a:solidFill>
        <a:effectLst/>
      </p:bgPr>
    </p:bg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37"/>
          <p:cNvSpPr txBox="1">
            <a:spLocks noGrp="1"/>
          </p:cNvSpPr>
          <p:nvPr>
            <p:ph type="title"/>
          </p:nvPr>
        </p:nvSpPr>
        <p:spPr>
          <a:xfrm>
            <a:off x="1016000" y="269632"/>
            <a:ext cx="1076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6" name="Google Shape;166;p37"/>
          <p:cNvSpPr txBox="1">
            <a:spLocks noGrp="1"/>
          </p:cNvSpPr>
          <p:nvPr>
            <p:ph type="body" idx="1"/>
          </p:nvPr>
        </p:nvSpPr>
        <p:spPr>
          <a:xfrm>
            <a:off x="1016000" y="1596413"/>
            <a:ext cx="10769600" cy="42973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>
                <a:latin typeface="Arial"/>
                <a:ea typeface="Arial"/>
                <a:cs typeface="Arial"/>
                <a:sym typeface="Arial"/>
              </a:defRPr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>
                <a:latin typeface="Arial"/>
                <a:ea typeface="Arial"/>
                <a:cs typeface="Arial"/>
                <a:sym typeface="Arial"/>
              </a:defRPr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>
                <a:latin typeface="Arial"/>
                <a:ea typeface="Arial"/>
                <a:cs typeface="Arial"/>
                <a:sym typeface="Arial"/>
              </a:defRPr>
            </a:lvl3pPr>
            <a:lvl4pPr marL="1828800" lvl="3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>
                <a:latin typeface="Arial"/>
                <a:ea typeface="Arial"/>
                <a:cs typeface="Arial"/>
                <a:sym typeface="Arial"/>
              </a:defRPr>
            </a:lvl4pPr>
            <a:lvl5pPr marL="2286000" lvl="4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67" name="Google Shape;167;p3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8" name="Google Shape;168;p3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9" name="Google Shape;169;p37"/>
          <p:cNvSpPr txBox="1">
            <a:spLocks noGrp="1"/>
          </p:cNvSpPr>
          <p:nvPr>
            <p:ph type="sldNum" idx="12"/>
          </p:nvPr>
        </p:nvSpPr>
        <p:spPr>
          <a:xfrm>
            <a:off x="89408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  <p:transition spd="slow">
    <p:wipe dir="d"/>
  </p:transition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Title Only"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3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30"/>
              <a:buFont typeface="Play"/>
              <a:buNone/>
              <a:defRPr sz="2730" b="1" i="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2" name="Google Shape;172;p3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3" name="Google Shape;173;p3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4" name="Google Shape;174;p3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ERIO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Marcador de texto 26">
            <a:extLst>
              <a:ext uri="{FF2B5EF4-FFF2-40B4-BE49-F238E27FC236}">
                <a16:creationId xmlns:a16="http://schemas.microsoft.com/office/drawing/2014/main" id="{3387B960-FFF9-CB57-ACA9-C9E1213259F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54685" y="551041"/>
            <a:ext cx="4916775" cy="469685"/>
          </a:xfrm>
        </p:spPr>
        <p:txBody>
          <a:bodyPr>
            <a:noAutofit/>
          </a:bodyPr>
          <a:lstStyle>
            <a:lvl1pPr algn="l">
              <a:defRPr sz="32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s-ES"/>
              <a:t>MODIFICAR TITULO</a:t>
            </a:r>
            <a:endParaRPr lang="es-CL"/>
          </a:p>
        </p:txBody>
      </p:sp>
      <p:sp>
        <p:nvSpPr>
          <p:cNvPr id="7" name="Marcador de texto 3">
            <a:extLst>
              <a:ext uri="{FF2B5EF4-FFF2-40B4-BE49-F238E27FC236}">
                <a16:creationId xmlns:a16="http://schemas.microsoft.com/office/drawing/2014/main" id="{149A11D1-EAA1-0BB7-CFE5-9056CB346D1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40715" y="1137571"/>
            <a:ext cx="4930746" cy="553006"/>
          </a:xfrm>
        </p:spPr>
        <p:txBody>
          <a:bodyPr>
            <a:normAutofit/>
          </a:bodyPr>
          <a:lstStyle>
            <a:lvl1pPr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s-ES"/>
              <a:t>Haz clic para modificar o eliminar bajada</a:t>
            </a:r>
          </a:p>
          <a:p>
            <a:endParaRPr lang="es-ES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D4BF3825-8CDE-15D1-473C-F04253CD9789}"/>
              </a:ext>
            </a:extLst>
          </p:cNvPr>
          <p:cNvSpPr/>
          <p:nvPr userDrawn="1"/>
        </p:nvSpPr>
        <p:spPr>
          <a:xfrm>
            <a:off x="0" y="0"/>
            <a:ext cx="552893" cy="552893"/>
          </a:xfrm>
          <a:prstGeom prst="rect">
            <a:avLst/>
          </a:prstGeom>
          <a:solidFill>
            <a:srgbClr val="4E7CD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grpSp>
        <p:nvGrpSpPr>
          <p:cNvPr id="14" name="Grupo 13">
            <a:extLst>
              <a:ext uri="{FF2B5EF4-FFF2-40B4-BE49-F238E27FC236}">
                <a16:creationId xmlns:a16="http://schemas.microsoft.com/office/drawing/2014/main" id="{DBF54666-A2EC-90FE-7052-73357A52AE9A}"/>
              </a:ext>
            </a:extLst>
          </p:cNvPr>
          <p:cNvGrpSpPr/>
          <p:nvPr userDrawn="1"/>
        </p:nvGrpSpPr>
        <p:grpSpPr>
          <a:xfrm>
            <a:off x="10559057" y="6273209"/>
            <a:ext cx="1405082" cy="320986"/>
            <a:chOff x="8941676" y="5879067"/>
            <a:chExt cx="2618425" cy="598170"/>
          </a:xfrm>
        </p:grpSpPr>
        <p:sp>
          <p:nvSpPr>
            <p:cNvPr id="9" name="object 2">
              <a:extLst>
                <a:ext uri="{FF2B5EF4-FFF2-40B4-BE49-F238E27FC236}">
                  <a16:creationId xmlns:a16="http://schemas.microsoft.com/office/drawing/2014/main" id="{371A0572-EF4B-CA79-4539-AA0A2E4CD964}"/>
                </a:ext>
              </a:extLst>
            </p:cNvPr>
            <p:cNvSpPr/>
            <p:nvPr userDrawn="1"/>
          </p:nvSpPr>
          <p:spPr>
            <a:xfrm>
              <a:off x="8941676" y="5949980"/>
              <a:ext cx="1618615" cy="525145"/>
            </a:xfrm>
            <a:custGeom>
              <a:avLst/>
              <a:gdLst/>
              <a:ahLst/>
              <a:cxnLst/>
              <a:rect l="l" t="t" r="r" b="b"/>
              <a:pathLst>
                <a:path w="1618615" h="525145">
                  <a:moveTo>
                    <a:pt x="453097" y="247865"/>
                  </a:moveTo>
                  <a:lnTo>
                    <a:pt x="449186" y="196367"/>
                  </a:lnTo>
                  <a:lnTo>
                    <a:pt x="437921" y="151307"/>
                  </a:lnTo>
                  <a:lnTo>
                    <a:pt x="419925" y="112522"/>
                  </a:lnTo>
                  <a:lnTo>
                    <a:pt x="395884" y="79870"/>
                  </a:lnTo>
                  <a:lnTo>
                    <a:pt x="366445" y="53213"/>
                  </a:lnTo>
                  <a:lnTo>
                    <a:pt x="330708" y="31546"/>
                  </a:lnTo>
                  <a:lnTo>
                    <a:pt x="330708" y="251650"/>
                  </a:lnTo>
                  <a:lnTo>
                    <a:pt x="325094" y="307492"/>
                  </a:lnTo>
                  <a:lnTo>
                    <a:pt x="308851" y="352729"/>
                  </a:lnTo>
                  <a:lnTo>
                    <a:pt x="282892" y="387540"/>
                  </a:lnTo>
                  <a:lnTo>
                    <a:pt x="248132" y="412089"/>
                  </a:lnTo>
                  <a:lnTo>
                    <a:pt x="205486" y="426542"/>
                  </a:lnTo>
                  <a:lnTo>
                    <a:pt x="155841" y="431076"/>
                  </a:lnTo>
                  <a:lnTo>
                    <a:pt x="145161" y="431038"/>
                  </a:lnTo>
                  <a:lnTo>
                    <a:pt x="134264" y="430784"/>
                  </a:lnTo>
                  <a:lnTo>
                    <a:pt x="124079" y="430098"/>
                  </a:lnTo>
                  <a:lnTo>
                    <a:pt x="115519" y="428764"/>
                  </a:lnTo>
                  <a:lnTo>
                    <a:pt x="115519" y="93497"/>
                  </a:lnTo>
                  <a:lnTo>
                    <a:pt x="124383" y="91821"/>
                  </a:lnTo>
                  <a:lnTo>
                    <a:pt x="136080" y="90347"/>
                  </a:lnTo>
                  <a:lnTo>
                    <a:pt x="150622" y="89319"/>
                  </a:lnTo>
                  <a:lnTo>
                    <a:pt x="168008" y="88925"/>
                  </a:lnTo>
                  <a:lnTo>
                    <a:pt x="214909" y="93319"/>
                  </a:lnTo>
                  <a:lnTo>
                    <a:pt x="254800" y="106616"/>
                  </a:lnTo>
                  <a:lnTo>
                    <a:pt x="286994" y="128943"/>
                  </a:lnTo>
                  <a:lnTo>
                    <a:pt x="310832" y="160464"/>
                  </a:lnTo>
                  <a:lnTo>
                    <a:pt x="325628" y="201320"/>
                  </a:lnTo>
                  <a:lnTo>
                    <a:pt x="330708" y="251650"/>
                  </a:lnTo>
                  <a:lnTo>
                    <a:pt x="330708" y="31546"/>
                  </a:lnTo>
                  <a:lnTo>
                    <a:pt x="326796" y="29171"/>
                  </a:lnTo>
                  <a:lnTo>
                    <a:pt x="279666" y="12636"/>
                  </a:lnTo>
                  <a:lnTo>
                    <a:pt x="223278" y="3073"/>
                  </a:lnTo>
                  <a:lnTo>
                    <a:pt x="155841" y="0"/>
                  </a:lnTo>
                  <a:lnTo>
                    <a:pt x="113093" y="711"/>
                  </a:lnTo>
                  <a:lnTo>
                    <a:pt x="72212" y="2857"/>
                  </a:lnTo>
                  <a:lnTo>
                    <a:pt x="34175" y="6413"/>
                  </a:lnTo>
                  <a:lnTo>
                    <a:pt x="0" y="11417"/>
                  </a:lnTo>
                  <a:lnTo>
                    <a:pt x="0" y="513930"/>
                  </a:lnTo>
                  <a:lnTo>
                    <a:pt x="23964" y="516724"/>
                  </a:lnTo>
                  <a:lnTo>
                    <a:pt x="53784" y="519150"/>
                  </a:lnTo>
                  <a:lnTo>
                    <a:pt x="89585" y="520877"/>
                  </a:lnTo>
                  <a:lnTo>
                    <a:pt x="131495" y="521525"/>
                  </a:lnTo>
                  <a:lnTo>
                    <a:pt x="189534" y="518960"/>
                  </a:lnTo>
                  <a:lnTo>
                    <a:pt x="242811" y="511162"/>
                  </a:lnTo>
                  <a:lnTo>
                    <a:pt x="290804" y="498043"/>
                  </a:lnTo>
                  <a:lnTo>
                    <a:pt x="332955" y="479501"/>
                  </a:lnTo>
                  <a:lnTo>
                    <a:pt x="368719" y="455409"/>
                  </a:lnTo>
                  <a:lnTo>
                    <a:pt x="396163" y="427177"/>
                  </a:lnTo>
                  <a:lnTo>
                    <a:pt x="419430" y="392518"/>
                  </a:lnTo>
                  <a:lnTo>
                    <a:pt x="437400" y="351231"/>
                  </a:lnTo>
                  <a:lnTo>
                    <a:pt x="448983" y="303085"/>
                  </a:lnTo>
                  <a:lnTo>
                    <a:pt x="453097" y="247865"/>
                  </a:lnTo>
                  <a:close/>
                </a:path>
                <a:path w="1618615" h="525145">
                  <a:moveTo>
                    <a:pt x="849947" y="516191"/>
                  </a:moveTo>
                  <a:lnTo>
                    <a:pt x="848817" y="491236"/>
                  </a:lnTo>
                  <a:lnTo>
                    <a:pt x="847839" y="463080"/>
                  </a:lnTo>
                  <a:lnTo>
                    <a:pt x="847140" y="431634"/>
                  </a:lnTo>
                  <a:lnTo>
                    <a:pt x="846874" y="396836"/>
                  </a:lnTo>
                  <a:lnTo>
                    <a:pt x="846874" y="144449"/>
                  </a:lnTo>
                  <a:lnTo>
                    <a:pt x="731316" y="144449"/>
                  </a:lnTo>
                  <a:lnTo>
                    <a:pt x="731316" y="365671"/>
                  </a:lnTo>
                  <a:lnTo>
                    <a:pt x="731037" y="372808"/>
                  </a:lnTo>
                  <a:lnTo>
                    <a:pt x="707301" y="417766"/>
                  </a:lnTo>
                  <a:lnTo>
                    <a:pt x="668985" y="431076"/>
                  </a:lnTo>
                  <a:lnTo>
                    <a:pt x="642531" y="425119"/>
                  </a:lnTo>
                  <a:lnTo>
                    <a:pt x="624332" y="407974"/>
                  </a:lnTo>
                  <a:lnTo>
                    <a:pt x="613841" y="380707"/>
                  </a:lnTo>
                  <a:lnTo>
                    <a:pt x="610463" y="344398"/>
                  </a:lnTo>
                  <a:lnTo>
                    <a:pt x="610463" y="144449"/>
                  </a:lnTo>
                  <a:lnTo>
                    <a:pt x="494906" y="144449"/>
                  </a:lnTo>
                  <a:lnTo>
                    <a:pt x="494906" y="362623"/>
                  </a:lnTo>
                  <a:lnTo>
                    <a:pt x="501205" y="423557"/>
                  </a:lnTo>
                  <a:lnTo>
                    <a:pt x="519036" y="469226"/>
                  </a:lnTo>
                  <a:lnTo>
                    <a:pt x="546785" y="500634"/>
                  </a:lnTo>
                  <a:lnTo>
                    <a:pt x="582866" y="518756"/>
                  </a:lnTo>
                  <a:lnTo>
                    <a:pt x="625652" y="524573"/>
                  </a:lnTo>
                  <a:lnTo>
                    <a:pt x="670026" y="518274"/>
                  </a:lnTo>
                  <a:lnTo>
                    <a:pt x="703491" y="502716"/>
                  </a:lnTo>
                  <a:lnTo>
                    <a:pt x="727113" y="482879"/>
                  </a:lnTo>
                  <a:lnTo>
                    <a:pt x="741972" y="463753"/>
                  </a:lnTo>
                  <a:lnTo>
                    <a:pt x="744245" y="463753"/>
                  </a:lnTo>
                  <a:lnTo>
                    <a:pt x="749592" y="516191"/>
                  </a:lnTo>
                  <a:lnTo>
                    <a:pt x="849947" y="516191"/>
                  </a:lnTo>
                  <a:close/>
                </a:path>
                <a:path w="1618615" h="525145">
                  <a:moveTo>
                    <a:pt x="1277759" y="326885"/>
                  </a:moveTo>
                  <a:lnTo>
                    <a:pt x="1273225" y="280898"/>
                  </a:lnTo>
                  <a:lnTo>
                    <a:pt x="1260055" y="239864"/>
                  </a:lnTo>
                  <a:lnTo>
                    <a:pt x="1247533" y="218948"/>
                  </a:lnTo>
                  <a:lnTo>
                    <a:pt x="1238923" y="204558"/>
                  </a:lnTo>
                  <a:lnTo>
                    <a:pt x="1210513" y="175742"/>
                  </a:lnTo>
                  <a:lnTo>
                    <a:pt x="1175537" y="154216"/>
                  </a:lnTo>
                  <a:lnTo>
                    <a:pt x="1157643" y="148323"/>
                  </a:lnTo>
                  <a:lnTo>
                    <a:pt x="1157643" y="329958"/>
                  </a:lnTo>
                  <a:lnTo>
                    <a:pt x="1152537" y="375627"/>
                  </a:lnTo>
                  <a:lnTo>
                    <a:pt x="1137881" y="410908"/>
                  </a:lnTo>
                  <a:lnTo>
                    <a:pt x="1114679" y="433641"/>
                  </a:lnTo>
                  <a:lnTo>
                    <a:pt x="1083906" y="441693"/>
                  </a:lnTo>
                  <a:lnTo>
                    <a:pt x="1083157" y="441693"/>
                  </a:lnTo>
                  <a:lnTo>
                    <a:pt x="1050861" y="433222"/>
                  </a:lnTo>
                  <a:lnTo>
                    <a:pt x="1027264" y="409867"/>
                  </a:lnTo>
                  <a:lnTo>
                    <a:pt x="1012799" y="374675"/>
                  </a:lnTo>
                  <a:lnTo>
                    <a:pt x="1007884" y="330708"/>
                  </a:lnTo>
                  <a:lnTo>
                    <a:pt x="1012063" y="289839"/>
                  </a:lnTo>
                  <a:lnTo>
                    <a:pt x="1025372" y="254025"/>
                  </a:lnTo>
                  <a:lnTo>
                    <a:pt x="1048931" y="228612"/>
                  </a:lnTo>
                  <a:lnTo>
                    <a:pt x="1083906" y="218948"/>
                  </a:lnTo>
                  <a:lnTo>
                    <a:pt x="1117574" y="228612"/>
                  </a:lnTo>
                  <a:lnTo>
                    <a:pt x="1140447" y="253936"/>
                  </a:lnTo>
                  <a:lnTo>
                    <a:pt x="1153502" y="289521"/>
                  </a:lnTo>
                  <a:lnTo>
                    <a:pt x="1157643" y="329958"/>
                  </a:lnTo>
                  <a:lnTo>
                    <a:pt x="1157643" y="148323"/>
                  </a:lnTo>
                  <a:lnTo>
                    <a:pt x="1134618" y="140728"/>
                  </a:lnTo>
                  <a:lnTo>
                    <a:pt x="1088466" y="136067"/>
                  </a:lnTo>
                  <a:lnTo>
                    <a:pt x="1039609" y="140665"/>
                  </a:lnTo>
                  <a:lnTo>
                    <a:pt x="996442" y="154089"/>
                  </a:lnTo>
                  <a:lnTo>
                    <a:pt x="959637" y="175755"/>
                  </a:lnTo>
                  <a:lnTo>
                    <a:pt x="929855" y="205041"/>
                  </a:lnTo>
                  <a:lnTo>
                    <a:pt x="907770" y="241401"/>
                  </a:lnTo>
                  <a:lnTo>
                    <a:pt x="894016" y="284226"/>
                  </a:lnTo>
                  <a:lnTo>
                    <a:pt x="889292" y="332955"/>
                  </a:lnTo>
                  <a:lnTo>
                    <a:pt x="894245" y="381393"/>
                  </a:lnTo>
                  <a:lnTo>
                    <a:pt x="908405" y="423481"/>
                  </a:lnTo>
                  <a:lnTo>
                    <a:pt x="930757" y="458812"/>
                  </a:lnTo>
                  <a:lnTo>
                    <a:pt x="960272" y="486994"/>
                  </a:lnTo>
                  <a:lnTo>
                    <a:pt x="995946" y="507606"/>
                  </a:lnTo>
                  <a:lnTo>
                    <a:pt x="1036726" y="520268"/>
                  </a:lnTo>
                  <a:lnTo>
                    <a:pt x="1081608" y="524573"/>
                  </a:lnTo>
                  <a:lnTo>
                    <a:pt x="1082382" y="524573"/>
                  </a:lnTo>
                  <a:lnTo>
                    <a:pt x="1124318" y="520725"/>
                  </a:lnTo>
                  <a:lnTo>
                    <a:pt x="1164336" y="509054"/>
                  </a:lnTo>
                  <a:lnTo>
                    <a:pt x="1200772" y="489381"/>
                  </a:lnTo>
                  <a:lnTo>
                    <a:pt x="1231976" y="461518"/>
                  </a:lnTo>
                  <a:lnTo>
                    <a:pt x="1245285" y="441693"/>
                  </a:lnTo>
                  <a:lnTo>
                    <a:pt x="1256322" y="425259"/>
                  </a:lnTo>
                  <a:lnTo>
                    <a:pt x="1272120" y="380453"/>
                  </a:lnTo>
                  <a:lnTo>
                    <a:pt x="1277759" y="326885"/>
                  </a:lnTo>
                  <a:close/>
                </a:path>
                <a:path w="1618615" h="525145">
                  <a:moveTo>
                    <a:pt x="1618411" y="150533"/>
                  </a:moveTo>
                  <a:lnTo>
                    <a:pt x="1598650" y="144424"/>
                  </a:lnTo>
                  <a:lnTo>
                    <a:pt x="1576603" y="139865"/>
                  </a:lnTo>
                  <a:lnTo>
                    <a:pt x="1553413" y="137033"/>
                  </a:lnTo>
                  <a:lnTo>
                    <a:pt x="1530223" y="136055"/>
                  </a:lnTo>
                  <a:lnTo>
                    <a:pt x="1474876" y="141300"/>
                  </a:lnTo>
                  <a:lnTo>
                    <a:pt x="1427530" y="156235"/>
                  </a:lnTo>
                  <a:lnTo>
                    <a:pt x="1388376" y="179628"/>
                  </a:lnTo>
                  <a:lnTo>
                    <a:pt x="1357591" y="210299"/>
                  </a:lnTo>
                  <a:lnTo>
                    <a:pt x="1335366" y="247015"/>
                  </a:lnTo>
                  <a:lnTo>
                    <a:pt x="1321904" y="288569"/>
                  </a:lnTo>
                  <a:lnTo>
                    <a:pt x="1317371" y="333743"/>
                  </a:lnTo>
                  <a:lnTo>
                    <a:pt x="1321968" y="381190"/>
                  </a:lnTo>
                  <a:lnTo>
                    <a:pt x="1335392" y="422783"/>
                  </a:lnTo>
                  <a:lnTo>
                    <a:pt x="1357045" y="458012"/>
                  </a:lnTo>
                  <a:lnTo>
                    <a:pt x="1386344" y="486346"/>
                  </a:lnTo>
                  <a:lnTo>
                    <a:pt x="1422704" y="507225"/>
                  </a:lnTo>
                  <a:lnTo>
                    <a:pt x="1465541" y="520153"/>
                  </a:lnTo>
                  <a:lnTo>
                    <a:pt x="1514259" y="524573"/>
                  </a:lnTo>
                  <a:lnTo>
                    <a:pt x="1546148" y="523240"/>
                  </a:lnTo>
                  <a:lnTo>
                    <a:pt x="1599057" y="514007"/>
                  </a:lnTo>
                  <a:lnTo>
                    <a:pt x="1603971" y="421932"/>
                  </a:lnTo>
                  <a:lnTo>
                    <a:pt x="1590116" y="427050"/>
                  </a:lnTo>
                  <a:lnTo>
                    <a:pt x="1574609" y="430872"/>
                  </a:lnTo>
                  <a:lnTo>
                    <a:pt x="1557248" y="433273"/>
                  </a:lnTo>
                  <a:lnTo>
                    <a:pt x="1537817" y="434098"/>
                  </a:lnTo>
                  <a:lnTo>
                    <a:pt x="1498168" y="427329"/>
                  </a:lnTo>
                  <a:lnTo>
                    <a:pt x="1465795" y="407301"/>
                  </a:lnTo>
                  <a:lnTo>
                    <a:pt x="1443951" y="374446"/>
                  </a:lnTo>
                  <a:lnTo>
                    <a:pt x="1435938" y="329196"/>
                  </a:lnTo>
                  <a:lnTo>
                    <a:pt x="1442631" y="287261"/>
                  </a:lnTo>
                  <a:lnTo>
                    <a:pt x="1462659" y="254304"/>
                  </a:lnTo>
                  <a:lnTo>
                    <a:pt x="1494218" y="232752"/>
                  </a:lnTo>
                  <a:lnTo>
                    <a:pt x="1535557" y="225031"/>
                  </a:lnTo>
                  <a:lnTo>
                    <a:pt x="1556562" y="225958"/>
                  </a:lnTo>
                  <a:lnTo>
                    <a:pt x="1574152" y="228447"/>
                  </a:lnTo>
                  <a:lnTo>
                    <a:pt x="1588592" y="232092"/>
                  </a:lnTo>
                  <a:lnTo>
                    <a:pt x="1600174" y="236435"/>
                  </a:lnTo>
                  <a:lnTo>
                    <a:pt x="1618411" y="150533"/>
                  </a:lnTo>
                  <a:close/>
                </a:path>
              </a:pathLst>
            </a:custGeom>
            <a:solidFill>
              <a:schemeClr val="tx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3">
              <a:extLst>
                <a:ext uri="{FF2B5EF4-FFF2-40B4-BE49-F238E27FC236}">
                  <a16:creationId xmlns:a16="http://schemas.microsoft.com/office/drawing/2014/main" id="{1BA993DD-B802-B0F6-BB6C-691D8C644DF2}"/>
                </a:ext>
              </a:extLst>
            </p:cNvPr>
            <p:cNvSpPr/>
            <p:nvPr userDrawn="1"/>
          </p:nvSpPr>
          <p:spPr>
            <a:xfrm>
              <a:off x="10672317" y="5994129"/>
              <a:ext cx="388620" cy="482600"/>
            </a:xfrm>
            <a:custGeom>
              <a:avLst/>
              <a:gdLst/>
              <a:ahLst/>
              <a:cxnLst/>
              <a:rect l="l" t="t" r="r" b="b"/>
              <a:pathLst>
                <a:path w="388619" h="482600">
                  <a:moveTo>
                    <a:pt x="388176" y="0"/>
                  </a:moveTo>
                  <a:lnTo>
                    <a:pt x="281090" y="0"/>
                  </a:lnTo>
                  <a:lnTo>
                    <a:pt x="281090" y="273331"/>
                  </a:lnTo>
                  <a:lnTo>
                    <a:pt x="275370" y="327965"/>
                  </a:lnTo>
                  <a:lnTo>
                    <a:pt x="258558" y="366414"/>
                  </a:lnTo>
                  <a:lnTo>
                    <a:pt x="231178" y="389143"/>
                  </a:lnTo>
                  <a:lnTo>
                    <a:pt x="193753" y="396616"/>
                  </a:lnTo>
                  <a:lnTo>
                    <a:pt x="157139" y="388845"/>
                  </a:lnTo>
                  <a:lnTo>
                    <a:pt x="130175" y="365621"/>
                  </a:lnTo>
                  <a:lnTo>
                    <a:pt x="113516" y="327072"/>
                  </a:lnTo>
                  <a:lnTo>
                    <a:pt x="107818" y="273331"/>
                  </a:lnTo>
                  <a:lnTo>
                    <a:pt x="107818" y="0"/>
                  </a:lnTo>
                  <a:lnTo>
                    <a:pt x="0" y="0"/>
                  </a:lnTo>
                  <a:lnTo>
                    <a:pt x="0" y="264892"/>
                  </a:lnTo>
                  <a:lnTo>
                    <a:pt x="4253" y="324651"/>
                  </a:lnTo>
                  <a:lnTo>
                    <a:pt x="16765" y="374300"/>
                  </a:lnTo>
                  <a:lnTo>
                    <a:pt x="37165" y="414172"/>
                  </a:lnTo>
                  <a:lnTo>
                    <a:pt x="65082" y="444602"/>
                  </a:lnTo>
                  <a:lnTo>
                    <a:pt x="100145" y="465925"/>
                  </a:lnTo>
                  <a:lnTo>
                    <a:pt x="141983" y="478473"/>
                  </a:lnTo>
                  <a:lnTo>
                    <a:pt x="190224" y="482582"/>
                  </a:lnTo>
                  <a:lnTo>
                    <a:pt x="240229" y="478290"/>
                  </a:lnTo>
                  <a:lnTo>
                    <a:pt x="283689" y="465335"/>
                  </a:lnTo>
                  <a:lnTo>
                    <a:pt x="320188" y="443592"/>
                  </a:lnTo>
                  <a:lnTo>
                    <a:pt x="349304" y="412939"/>
                  </a:lnTo>
                  <a:lnTo>
                    <a:pt x="370620" y="373254"/>
                  </a:lnTo>
                  <a:lnTo>
                    <a:pt x="383717" y="324414"/>
                  </a:lnTo>
                  <a:lnTo>
                    <a:pt x="388176" y="266295"/>
                  </a:lnTo>
                  <a:lnTo>
                    <a:pt x="38817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grpSp>
          <p:nvGrpSpPr>
            <p:cNvPr id="11" name="object 4">
              <a:extLst>
                <a:ext uri="{FF2B5EF4-FFF2-40B4-BE49-F238E27FC236}">
                  <a16:creationId xmlns:a16="http://schemas.microsoft.com/office/drawing/2014/main" id="{C3421982-2587-852B-E105-195C0E7D9D9F}"/>
                </a:ext>
              </a:extLst>
            </p:cNvPr>
            <p:cNvGrpSpPr/>
            <p:nvPr userDrawn="1"/>
          </p:nvGrpSpPr>
          <p:grpSpPr>
            <a:xfrm>
              <a:off x="11114331" y="5879067"/>
              <a:ext cx="445770" cy="598170"/>
              <a:chOff x="18406074" y="10234089"/>
              <a:chExt cx="445770" cy="598170"/>
            </a:xfrm>
          </p:grpSpPr>
          <p:sp>
            <p:nvSpPr>
              <p:cNvPr id="12" name="object 5">
                <a:extLst>
                  <a:ext uri="{FF2B5EF4-FFF2-40B4-BE49-F238E27FC236}">
                    <a16:creationId xmlns:a16="http://schemas.microsoft.com/office/drawing/2014/main" id="{7422255E-C44F-6988-4785-AAC71FA19F3B}"/>
                  </a:ext>
                </a:extLst>
              </p:cNvPr>
              <p:cNvSpPr/>
              <p:nvPr/>
            </p:nvSpPr>
            <p:spPr>
              <a:xfrm>
                <a:off x="18406074" y="10341395"/>
                <a:ext cx="376555" cy="490855"/>
              </a:xfrm>
              <a:custGeom>
                <a:avLst/>
                <a:gdLst/>
                <a:ahLst/>
                <a:cxnLst/>
                <a:rect l="l" t="t" r="r" b="b"/>
                <a:pathLst>
                  <a:path w="376555" h="490854">
                    <a:moveTo>
                      <a:pt x="259248" y="0"/>
                    </a:moveTo>
                    <a:lnTo>
                      <a:pt x="212510" y="3315"/>
                    </a:lnTo>
                    <a:lnTo>
                      <a:pt x="168577" y="13160"/>
                    </a:lnTo>
                    <a:lnTo>
                      <a:pt x="128168" y="29385"/>
                    </a:lnTo>
                    <a:lnTo>
                      <a:pt x="92002" y="51838"/>
                    </a:lnTo>
                    <a:lnTo>
                      <a:pt x="60799" y="80367"/>
                    </a:lnTo>
                    <a:lnTo>
                      <a:pt x="35278" y="114822"/>
                    </a:lnTo>
                    <a:lnTo>
                      <a:pt x="16158" y="155053"/>
                    </a:lnTo>
                    <a:lnTo>
                      <a:pt x="4159" y="200906"/>
                    </a:lnTo>
                    <a:lnTo>
                      <a:pt x="0" y="252233"/>
                    </a:lnTo>
                    <a:lnTo>
                      <a:pt x="3124" y="296015"/>
                    </a:lnTo>
                    <a:lnTo>
                      <a:pt x="12470" y="336820"/>
                    </a:lnTo>
                    <a:lnTo>
                      <a:pt x="27997" y="374067"/>
                    </a:lnTo>
                    <a:lnTo>
                      <a:pt x="49665" y="407177"/>
                    </a:lnTo>
                    <a:lnTo>
                      <a:pt x="77432" y="435568"/>
                    </a:lnTo>
                    <a:lnTo>
                      <a:pt x="111258" y="458660"/>
                    </a:lnTo>
                    <a:lnTo>
                      <a:pt x="151102" y="475874"/>
                    </a:lnTo>
                    <a:lnTo>
                      <a:pt x="196924" y="486627"/>
                    </a:lnTo>
                    <a:lnTo>
                      <a:pt x="248683" y="490341"/>
                    </a:lnTo>
                    <a:lnTo>
                      <a:pt x="289323" y="488424"/>
                    </a:lnTo>
                    <a:lnTo>
                      <a:pt x="323888" y="483469"/>
                    </a:lnTo>
                    <a:lnTo>
                      <a:pt x="351317" y="476664"/>
                    </a:lnTo>
                    <a:lnTo>
                      <a:pt x="370554" y="469200"/>
                    </a:lnTo>
                    <a:lnTo>
                      <a:pt x="354355" y="385380"/>
                    </a:lnTo>
                    <a:lnTo>
                      <a:pt x="336022" y="391357"/>
                    </a:lnTo>
                    <a:lnTo>
                      <a:pt x="313851" y="396278"/>
                    </a:lnTo>
                    <a:lnTo>
                      <a:pt x="289564" y="399616"/>
                    </a:lnTo>
                    <a:lnTo>
                      <a:pt x="264881" y="400846"/>
                    </a:lnTo>
                    <a:lnTo>
                      <a:pt x="212272" y="393858"/>
                    </a:lnTo>
                    <a:lnTo>
                      <a:pt x="169943" y="373685"/>
                    </a:lnTo>
                    <a:lnTo>
                      <a:pt x="138704" y="341508"/>
                    </a:lnTo>
                    <a:lnTo>
                      <a:pt x="119366" y="298511"/>
                    </a:lnTo>
                    <a:lnTo>
                      <a:pt x="112740" y="245877"/>
                    </a:lnTo>
                    <a:lnTo>
                      <a:pt x="120306" y="188964"/>
                    </a:lnTo>
                    <a:lnTo>
                      <a:pt x="141498" y="144930"/>
                    </a:lnTo>
                    <a:lnTo>
                      <a:pt x="174052" y="113642"/>
                    </a:lnTo>
                    <a:lnTo>
                      <a:pt x="215707" y="94967"/>
                    </a:lnTo>
                    <a:lnTo>
                      <a:pt x="264201" y="88772"/>
                    </a:lnTo>
                    <a:lnTo>
                      <a:pt x="291260" y="90238"/>
                    </a:lnTo>
                    <a:lnTo>
                      <a:pt x="315349" y="94150"/>
                    </a:lnTo>
                    <a:lnTo>
                      <a:pt x="336402" y="99775"/>
                    </a:lnTo>
                    <a:lnTo>
                      <a:pt x="354355" y="106384"/>
                    </a:lnTo>
                    <a:lnTo>
                      <a:pt x="376208" y="21161"/>
                    </a:lnTo>
                    <a:lnTo>
                      <a:pt x="357739" y="13689"/>
                    </a:lnTo>
                    <a:lnTo>
                      <a:pt x="331471" y="6878"/>
                    </a:lnTo>
                    <a:lnTo>
                      <a:pt x="298332" y="1917"/>
                    </a:lnTo>
                    <a:lnTo>
                      <a:pt x="259248" y="0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pic>
            <p:nvPicPr>
              <p:cNvPr id="13" name="object 6">
                <a:extLst>
                  <a:ext uri="{FF2B5EF4-FFF2-40B4-BE49-F238E27FC236}">
                    <a16:creationId xmlns:a16="http://schemas.microsoft.com/office/drawing/2014/main" id="{C9735AE4-9BC0-BA7F-18A3-3B4538726A97}"/>
                  </a:ext>
                </a:extLst>
              </p:cNvPr>
              <p:cNvPicPr/>
              <p:nvPr/>
            </p:nvPicPr>
            <p:blipFill>
              <a:blip r:embed="rId2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18739823" y="10234089"/>
                <a:ext cx="111954" cy="111944"/>
              </a:xfrm>
              <a:prstGeom prst="rect">
                <a:avLst/>
              </a:prstGeom>
            </p:spPr>
          </p:pic>
        </p:grpSp>
      </p:grpSp>
      <p:pic>
        <p:nvPicPr>
          <p:cNvPr id="3" name="Imagen 2">
            <a:extLst>
              <a:ext uri="{FF2B5EF4-FFF2-40B4-BE49-F238E27FC236}">
                <a16:creationId xmlns:a16="http://schemas.microsoft.com/office/drawing/2014/main" id="{0B8A2F42-00CA-3BF5-D8D0-4B68FE7E882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 rot="5400000">
            <a:off x="2714468" y="4342374"/>
            <a:ext cx="119408" cy="42389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67009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  <a:defRPr sz="44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1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" name="Google Shape;12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" name="Google Shape;13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" name="Google Shape;14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6.jp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0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eg"/><Relationship Id="rId1" Type="http://schemas.openxmlformats.org/officeDocument/2006/relationships/slideLayout" Target="../slideLayouts/slideLayout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2">
            <a:extLst>
              <a:ext uri="{FF2B5EF4-FFF2-40B4-BE49-F238E27FC236}">
                <a16:creationId xmlns:a16="http://schemas.microsoft.com/office/drawing/2014/main" id="{11C7007E-372C-E13B-8AD7-2DF6C53CF007}"/>
              </a:ext>
            </a:extLst>
          </p:cNvPr>
          <p:cNvSpPr>
            <a:spLocks noGrp="1"/>
          </p:cNvSpPr>
          <p:nvPr/>
        </p:nvSpPr>
        <p:spPr>
          <a:xfrm>
            <a:off x="6905913" y="2324320"/>
            <a:ext cx="4377817" cy="13060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  <a:defRPr sz="44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s-ES" sz="3600" dirty="0"/>
              <a:t>ANÁLISIS DE CORRELACIÓN</a:t>
            </a:r>
            <a:endParaRPr lang="es-ES" dirty="0"/>
          </a:p>
        </p:txBody>
      </p:sp>
      <p:sp>
        <p:nvSpPr>
          <p:cNvPr id="5" name="Subtítulo 2">
            <a:extLst>
              <a:ext uri="{FF2B5EF4-FFF2-40B4-BE49-F238E27FC236}">
                <a16:creationId xmlns:a16="http://schemas.microsoft.com/office/drawing/2014/main" id="{74C79772-4F2B-0631-AEB4-ED8B13764062}"/>
              </a:ext>
            </a:extLst>
          </p:cNvPr>
          <p:cNvSpPr>
            <a:spLocks noGrp="1"/>
          </p:cNvSpPr>
          <p:nvPr/>
        </p:nvSpPr>
        <p:spPr>
          <a:xfrm>
            <a:off x="6719571" y="4364883"/>
            <a:ext cx="4356341" cy="221599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s-CL"/>
            </a:defPPr>
            <a:lvl1pPr marL="228594" marR="0" lvl="0" indent="-228594" algn="l" defTabSz="914377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Font typeface="Arial" panose="020B0604020202020204" pitchFamily="34" charset="0"/>
              <a:buChar char="•"/>
              <a:defRPr sz="2400" b="0" i="0" u="none" strike="noStrike" kern="1200" cap="none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Arial"/>
              </a:defRPr>
            </a:lvl1pPr>
            <a:lvl2pPr marL="685783" marR="0" lvl="1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Font typeface="Arial" panose="020B0604020202020204" pitchFamily="34" charset="0"/>
              <a:buChar char="•"/>
              <a:defRPr sz="240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L="1142971" marR="0" lvl="2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Font typeface="Arial" panose="020B0604020202020204" pitchFamily="34" charset="0"/>
              <a:buChar char="•"/>
              <a:defRPr sz="200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L="1600160" marR="0" lvl="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Font typeface="Arial" panose="020B0604020202020204" pitchFamily="34" charset="0"/>
              <a:buChar char="•"/>
              <a:defRPr sz="180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L="2057349" marR="0" lvl="4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Font typeface="Arial" panose="020B0604020202020204" pitchFamily="34" charset="0"/>
              <a:buChar char="•"/>
              <a:defRPr sz="180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L="2514537" marR="0" lvl="5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Font typeface="Arial" panose="020B0604020202020204" pitchFamily="34" charset="0"/>
              <a:buChar char="•"/>
              <a:defRPr sz="180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L="2971726" marR="0" lvl="6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Font typeface="Arial" panose="020B0604020202020204" pitchFamily="34" charset="0"/>
              <a:buChar char="•"/>
              <a:defRPr sz="180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L="3428914" marR="0" lvl="7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Font typeface="Arial" panose="020B0604020202020204" pitchFamily="34" charset="0"/>
              <a:buChar char="•"/>
              <a:defRPr sz="180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L="3886103" marR="0" lvl="8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Font typeface="Arial" panose="020B0604020202020204" pitchFamily="34" charset="0"/>
              <a:buChar char="•"/>
              <a:defRPr sz="180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marL="0" indent="0" algn="r">
              <a:buNone/>
            </a:pPr>
            <a:r>
              <a:rPr lang="es-CL" sz="1600" b="1" i="1" dirty="0">
                <a:latin typeface="Bierstadt Display"/>
                <a:cs typeface="Arial"/>
              </a:rPr>
              <a:t>ADY1100 </a:t>
            </a:r>
            <a:r>
              <a:rPr lang="es-CL" sz="1600" i="1" dirty="0">
                <a:latin typeface="Bierstadt Display"/>
                <a:cs typeface="Arial"/>
              </a:rPr>
              <a:t>– Preprocesamiento de datos</a:t>
            </a:r>
            <a:endParaRPr lang="es-CL" sz="1600" i="1" dirty="0">
              <a:latin typeface="Bierstadt Display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3"/>
          <p:cNvSpPr txBox="1">
            <a:spLocks noGrp="1"/>
          </p:cNvSpPr>
          <p:nvPr>
            <p:ph type="body" idx="1"/>
          </p:nvPr>
        </p:nvSpPr>
        <p:spPr>
          <a:xfrm>
            <a:off x="921880" y="382807"/>
            <a:ext cx="4916775" cy="4696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s-ES" dirty="0"/>
              <a:t>Introducción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endParaRPr/>
          </a:p>
        </p:txBody>
      </p:sp>
      <p:sp>
        <p:nvSpPr>
          <p:cNvPr id="190" name="Google Shape;190;p3"/>
          <p:cNvSpPr txBox="1">
            <a:spLocks noGrp="1"/>
          </p:cNvSpPr>
          <p:nvPr>
            <p:ph type="body" idx="2"/>
          </p:nvPr>
        </p:nvSpPr>
        <p:spPr>
          <a:xfrm>
            <a:off x="312175" y="1376040"/>
            <a:ext cx="6536252" cy="496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35560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s-ES" sz="1800"/>
              <a:t>Los </a:t>
            </a:r>
            <a:r>
              <a:rPr lang="es-ES" sz="1800" b="1">
                <a:solidFill>
                  <a:srgbClr val="507CDC"/>
                </a:solidFill>
              </a:rPr>
              <a:t>métodos de correlación</a:t>
            </a:r>
            <a:r>
              <a:rPr lang="es-ES" sz="1800"/>
              <a:t> se utilizan para medir la </a:t>
            </a:r>
            <a:r>
              <a:rPr lang="es-ES" sz="1800" b="1">
                <a:solidFill>
                  <a:srgbClr val="507CDC"/>
                </a:solidFill>
              </a:rPr>
              <a:t>relación o asociación</a:t>
            </a:r>
            <a:r>
              <a:rPr lang="es-ES" sz="1800"/>
              <a:t> entre dos o más variables. La correlación cuantifica la dirección y la fuerza de la relación, indicando si las variables tienden a moverse juntas (positiva), en direcciones opuestas (negativa) o si no tienen relación (cero).</a:t>
            </a:r>
            <a:endParaRPr lang="es-ES" sz="1800" dirty="0"/>
          </a:p>
          <a:p>
            <a:pPr marL="457200" lvl="0" indent="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dirty="0"/>
          </a:p>
          <a:p>
            <a:pPr marL="457200" lvl="0" indent="-3556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s-ES" sz="1800" dirty="0"/>
              <a:t>Se dice que las variables X e Y (cada una con datos medidos) están correlacionadas positivamente si los valores altos de X van con valores altos de Y, y los valores bajos de X van con valores bajos de Y. Si los valores altos de X van con valores bajos de Y, y viceversa, las variables se correlacionan negativamente.</a:t>
            </a:r>
            <a:endParaRPr sz="1800" dirty="0"/>
          </a:p>
          <a:p>
            <a:pPr marL="457200" lvl="0" indent="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200"/>
          </a:p>
        </p:txBody>
      </p:sp>
      <p:pic>
        <p:nvPicPr>
          <p:cNvPr id="191" name="Google Shape;191;p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02744" y="1378374"/>
            <a:ext cx="4226997" cy="367269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31ffb7a4b31_0_20"/>
          <p:cNvSpPr txBox="1">
            <a:spLocks noGrp="1"/>
          </p:cNvSpPr>
          <p:nvPr>
            <p:ph type="title"/>
          </p:nvPr>
        </p:nvSpPr>
        <p:spPr>
          <a:xfrm>
            <a:off x="8062678" y="2713132"/>
            <a:ext cx="3320333" cy="162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/>
            <a:r>
              <a:rPr lang="es-ES" dirty="0"/>
              <a:t>TIPOS DE CORRELACIÓN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31ffb7a4b31_0_1"/>
          <p:cNvSpPr txBox="1">
            <a:spLocks noGrp="1"/>
          </p:cNvSpPr>
          <p:nvPr>
            <p:ph type="body" idx="1"/>
          </p:nvPr>
        </p:nvSpPr>
        <p:spPr>
          <a:xfrm>
            <a:off x="921871" y="382800"/>
            <a:ext cx="8669700" cy="4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s-ES"/>
              <a:t>Tipos de correlación: Pearson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endParaRPr/>
          </a:p>
        </p:txBody>
      </p:sp>
      <p:sp>
        <p:nvSpPr>
          <p:cNvPr id="202" name="Google Shape;202;g31ffb7a4b31_0_1"/>
          <p:cNvSpPr txBox="1">
            <a:spLocks noGrp="1"/>
          </p:cNvSpPr>
          <p:nvPr>
            <p:ph type="body" idx="2"/>
          </p:nvPr>
        </p:nvSpPr>
        <p:spPr>
          <a:xfrm>
            <a:off x="901972" y="1319529"/>
            <a:ext cx="10383698" cy="504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just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-ES" sz="2000" dirty="0"/>
              <a:t>La correlación se clasifica según la dirección de la relación entre las variables:</a:t>
            </a:r>
          </a:p>
          <a:p>
            <a:pPr marL="457200" lvl="0" indent="-355600" algn="just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000"/>
              <a:buChar char="●"/>
            </a:pPr>
            <a:r>
              <a:rPr lang="es-ES" sz="2000" b="1" dirty="0"/>
              <a:t>Positiva</a:t>
            </a:r>
            <a:r>
              <a:rPr lang="es-ES" sz="2000" dirty="0"/>
              <a:t>: A medida que una variable aumenta, la otra también aumenta (ej. altura y peso).</a:t>
            </a:r>
            <a:endParaRPr sz="2000" dirty="0"/>
          </a:p>
          <a:p>
            <a:pPr marL="457200" lvl="0" indent="-3556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s-ES" sz="2000" b="1" dirty="0"/>
              <a:t>Negativa</a:t>
            </a:r>
            <a:r>
              <a:rPr lang="es-ES" sz="2000" dirty="0"/>
              <a:t>: A medida que una variable aumenta, la otra disminuye (ej. precio de un producto y cantidad demandada).</a:t>
            </a:r>
            <a:endParaRPr sz="2000" dirty="0"/>
          </a:p>
          <a:p>
            <a:pPr marL="457200" lvl="0" indent="-3556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s-ES" sz="2000" b="1" dirty="0"/>
              <a:t>Nula</a:t>
            </a:r>
            <a:r>
              <a:rPr lang="es-ES" sz="2000" dirty="0"/>
              <a:t>: No hay relación aparente entre las variables.</a:t>
            </a:r>
            <a:endParaRPr sz="2000" dirty="0"/>
          </a:p>
          <a:p>
            <a:pPr marL="0" lvl="0" indent="0" algn="just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2200"/>
          </a:p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s-ES" sz="2000" dirty="0"/>
              <a:t>El </a:t>
            </a:r>
            <a:r>
              <a:rPr lang="es-ES" sz="2000" b="1" dirty="0">
                <a:solidFill>
                  <a:srgbClr val="507CDC"/>
                </a:solidFill>
              </a:rPr>
              <a:t>coeficiente de correlación</a:t>
            </a:r>
            <a:r>
              <a:rPr lang="es-ES" sz="2000" dirty="0"/>
              <a:t>, que da una estimación de la correlación entre dos variables que </a:t>
            </a:r>
            <a:r>
              <a:rPr lang="es-ES" sz="2000" b="1" dirty="0"/>
              <a:t>siempre se encuentran en la misma escala</a:t>
            </a:r>
            <a:r>
              <a:rPr lang="es-ES" sz="2000" dirty="0"/>
              <a:t>. Para calcular el coeficiente de correlación de Pearson, multiplicamos las desviaciones de la media de la variable 1 por las de la variable 2, y dividimos por el producto de las desviaciones estándar.</a:t>
            </a:r>
            <a:endParaRPr dirty="0"/>
          </a:p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2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200"/>
          </a:p>
          <a:p>
            <a:pPr marL="457200" lvl="0" indent="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2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31ffb7a4b31_0_10"/>
          <p:cNvSpPr txBox="1">
            <a:spLocks noGrp="1"/>
          </p:cNvSpPr>
          <p:nvPr>
            <p:ph type="body" idx="1"/>
          </p:nvPr>
        </p:nvSpPr>
        <p:spPr>
          <a:xfrm>
            <a:off x="971352" y="333319"/>
            <a:ext cx="8026800" cy="4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s-ES"/>
              <a:t>Tipos de correlación: Pearson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endParaRPr/>
          </a:p>
        </p:txBody>
      </p:sp>
      <p:sp>
        <p:nvSpPr>
          <p:cNvPr id="209" name="Google Shape;209;g31ffb7a4b31_0_10"/>
          <p:cNvSpPr txBox="1">
            <a:spLocks noGrp="1"/>
          </p:cNvSpPr>
          <p:nvPr>
            <p:ph type="body" idx="2"/>
          </p:nvPr>
        </p:nvSpPr>
        <p:spPr>
          <a:xfrm>
            <a:off x="377478" y="1097857"/>
            <a:ext cx="11844000" cy="8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-ES" sz="2000"/>
              <a:t>El coeficiente de correlación de Pearson (variables numéricas) se puede calcular como se muestra:</a:t>
            </a:r>
            <a:endParaRPr sz="2000"/>
          </a:p>
          <a:p>
            <a:pPr marL="0" lvl="0" indent="0" algn="just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2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  <a:p>
            <a:pPr marL="457200" lvl="0" indent="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200"/>
          </a:p>
        </p:txBody>
      </p:sp>
      <p:pic>
        <p:nvPicPr>
          <p:cNvPr id="210" name="Google Shape;210;g31ffb7a4b31_0_1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77478" y="3052090"/>
            <a:ext cx="4452181" cy="1340169"/>
          </a:xfrm>
          <a:prstGeom prst="rect">
            <a:avLst/>
          </a:prstGeom>
          <a:noFill/>
          <a:ln>
            <a:noFill/>
          </a:ln>
        </p:spPr>
      </p:pic>
      <p:pic>
        <p:nvPicPr>
          <p:cNvPr id="212" name="Google Shape;212;g31ffb7a4b31_0_1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470779" y="1714601"/>
            <a:ext cx="6681636" cy="432516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7">
          <a:extLst>
            <a:ext uri="{FF2B5EF4-FFF2-40B4-BE49-F238E27FC236}">
              <a16:creationId xmlns:a16="http://schemas.microsoft.com/office/drawing/2014/main" id="{D2872BA9-95B0-3C2F-3388-A71081A419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31ffb7a4b31_0_10">
            <a:extLst>
              <a:ext uri="{FF2B5EF4-FFF2-40B4-BE49-F238E27FC236}">
                <a16:creationId xmlns:a16="http://schemas.microsoft.com/office/drawing/2014/main" id="{E240C981-B7C8-1584-D282-53E7C4CA7F1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71352" y="333319"/>
            <a:ext cx="8026800" cy="4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s-ES"/>
              <a:t>Tipos de correlación: Pearson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endParaRPr/>
          </a:p>
        </p:txBody>
      </p:sp>
      <p:sp>
        <p:nvSpPr>
          <p:cNvPr id="209" name="Google Shape;209;g31ffb7a4b31_0_10">
            <a:extLst>
              <a:ext uri="{FF2B5EF4-FFF2-40B4-BE49-F238E27FC236}">
                <a16:creationId xmlns:a16="http://schemas.microsoft.com/office/drawing/2014/main" id="{3CE40B88-9DDA-4A9C-835B-DAA05588C18C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377478" y="1097857"/>
            <a:ext cx="5718522" cy="13187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es-CL" sz="2000" dirty="0">
                <a:solidFill>
                  <a:srgbClr val="000000"/>
                </a:solidFill>
              </a:rPr>
              <a:t>Otra forma de expresarlo:</a:t>
            </a:r>
            <a:endParaRPr sz="2000" dirty="0">
              <a:solidFill>
                <a:srgbClr val="000000"/>
              </a:solidFill>
            </a:endParaRPr>
          </a:p>
          <a:p>
            <a:pPr marL="457200" lvl="0" indent="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200" dirty="0"/>
          </a:p>
        </p:txBody>
      </p:sp>
      <p:pic>
        <p:nvPicPr>
          <p:cNvPr id="211" name="Google Shape;211;g31ffb7a4b31_0_10">
            <a:extLst>
              <a:ext uri="{FF2B5EF4-FFF2-40B4-BE49-F238E27FC236}">
                <a16:creationId xmlns:a16="http://schemas.microsoft.com/office/drawing/2014/main" id="{E99CB278-0C78-6367-03BA-5166BC4869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6476" y="2025568"/>
            <a:ext cx="5344583" cy="217144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CuadroTexto 1">
            <a:extLst>
              <a:ext uri="{FF2B5EF4-FFF2-40B4-BE49-F238E27FC236}">
                <a16:creationId xmlns:a16="http://schemas.microsoft.com/office/drawing/2014/main" id="{6E9AF28D-0BD0-301D-F80A-2BCBD1D0CC79}"/>
              </a:ext>
            </a:extLst>
          </p:cNvPr>
          <p:cNvSpPr txBox="1"/>
          <p:nvPr/>
        </p:nvSpPr>
        <p:spPr>
          <a:xfrm>
            <a:off x="6700959" y="1135157"/>
            <a:ext cx="5113563" cy="51706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CL" sz="1800" b="1" dirty="0">
                <a:solidFill>
                  <a:schemeClr val="dk1"/>
                </a:solidFill>
              </a:rPr>
              <a:t>El denominador</a:t>
            </a:r>
            <a:r>
              <a:rPr lang="es-CL" sz="1800" dirty="0">
                <a:solidFill>
                  <a:schemeClr val="dk1"/>
                </a:solidFill>
              </a:rPr>
              <a:t>: </a:t>
            </a:r>
            <a:r>
              <a:rPr lang="es-ES" sz="1800" dirty="0"/>
              <a:t>mide la dispersión de cada variable. Se incluyen para normalizar la covarianza. </a:t>
            </a:r>
            <a:r>
              <a:rPr lang="es-ES" sz="1800" dirty="0">
                <a:solidFill>
                  <a:srgbClr val="FF0000"/>
                </a:solidFill>
              </a:rPr>
              <a:t>Sin esta normalización, el valor dependería del tamaño de los números, de las unidades y de la escala</a:t>
            </a:r>
            <a:r>
              <a:rPr lang="es-ES" sz="1800" dirty="0"/>
              <a:t>. Por ejemplo, no sería comparable medir altura en metros o en centímetros.</a:t>
            </a:r>
            <a:r>
              <a:rPr lang="es-CL" sz="1800" dirty="0">
                <a:solidFill>
                  <a:schemeClr val="dk1"/>
                </a:solidFill>
              </a:rPr>
              <a:t> </a:t>
            </a:r>
          </a:p>
          <a:p>
            <a:endParaRPr lang="es-CL" sz="1800" dirty="0">
              <a:solidFill>
                <a:schemeClr val="dk1"/>
              </a:solidFill>
            </a:endParaRPr>
          </a:p>
          <a:p>
            <a:pPr algn="just"/>
            <a:r>
              <a:rPr lang="es-CL" sz="1800" b="1" dirty="0">
                <a:solidFill>
                  <a:schemeClr val="dk1"/>
                </a:solidFill>
              </a:rPr>
              <a:t>El coseno </a:t>
            </a:r>
            <a:r>
              <a:rPr lang="es-CL" sz="1800" dirty="0">
                <a:solidFill>
                  <a:schemeClr val="dk1"/>
                </a:solidFill>
              </a:rPr>
              <a:t>: </a:t>
            </a:r>
            <a:r>
              <a:rPr lang="es-ES" sz="1800" dirty="0">
                <a:solidFill>
                  <a:schemeClr val="dk1"/>
                </a:solidFill>
              </a:rPr>
              <a:t>es la interpretación geométrica. Si tomas los datos centrados respecto de sus medias como vectores, la correlación es el coseno del ángulo entre esos vectores:</a:t>
            </a:r>
          </a:p>
          <a:p>
            <a:pPr algn="just"/>
            <a:endParaRPr lang="es-ES" sz="1800" dirty="0">
              <a:solidFill>
                <a:schemeClr val="dk1"/>
              </a:solidFill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ES" sz="1600" dirty="0">
                <a:solidFill>
                  <a:schemeClr val="dk1"/>
                </a:solidFill>
              </a:rPr>
              <a:t>ángulo pequeño → coseno cercano a 1 → correlación positiva fuerte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ES" sz="1600" dirty="0">
                <a:solidFill>
                  <a:schemeClr val="dk1"/>
                </a:solidFill>
              </a:rPr>
              <a:t>ángulo cercano a 90° → coseno cercano a 0 → poca relación lineal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ES" sz="1600" dirty="0">
                <a:solidFill>
                  <a:schemeClr val="dk1"/>
                </a:solidFill>
              </a:rPr>
              <a:t>ángulo cercano a 180° → coseno cercano a -1 → correlación negativa fuerte</a:t>
            </a:r>
            <a:endParaRPr lang="es-CL" sz="1600" dirty="0">
              <a:solidFill>
                <a:schemeClr val="dk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233962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7">
          <a:extLst>
            <a:ext uri="{FF2B5EF4-FFF2-40B4-BE49-F238E27FC236}">
              <a16:creationId xmlns:a16="http://schemas.microsoft.com/office/drawing/2014/main" id="{CA28C082-FEF8-BC11-0876-9990566826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31ffb7a4b31_0_10">
            <a:extLst>
              <a:ext uri="{FF2B5EF4-FFF2-40B4-BE49-F238E27FC236}">
                <a16:creationId xmlns:a16="http://schemas.microsoft.com/office/drawing/2014/main" id="{C4DC312F-34DE-5FAC-9DAE-B0DD3BC6870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71352" y="333319"/>
            <a:ext cx="8026800" cy="4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s-ES"/>
              <a:t>Tipos de correlación: Pearson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endParaRPr/>
          </a:p>
        </p:txBody>
      </p:sp>
      <p:sp>
        <p:nvSpPr>
          <p:cNvPr id="209" name="Google Shape;209;g31ffb7a4b31_0_10">
            <a:extLst>
              <a:ext uri="{FF2B5EF4-FFF2-40B4-BE49-F238E27FC236}">
                <a16:creationId xmlns:a16="http://schemas.microsoft.com/office/drawing/2014/main" id="{8566C939-6578-CB7D-229A-AA2D89BEA846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366592" y="803118"/>
            <a:ext cx="5174236" cy="55976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just">
              <a:lnSpc>
                <a:spcPct val="100000"/>
              </a:lnSpc>
              <a:spcBef>
                <a:spcPts val="0"/>
              </a:spcBef>
              <a:buNone/>
            </a:pPr>
            <a:endParaRPr lang="es-ES" sz="2000" dirty="0">
              <a:solidFill>
                <a:srgbClr val="000000"/>
              </a:solidFill>
            </a:endParaRPr>
          </a:p>
          <a:p>
            <a:pPr marL="0" lv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es-ES" sz="2000" dirty="0">
                <a:solidFill>
                  <a:srgbClr val="000000"/>
                </a:solidFill>
              </a:rPr>
              <a:t>Supongamos que se quiere analizar la relación entre horas de estudio y nota obtenida por cuatro estudiantes. </a:t>
            </a:r>
          </a:p>
          <a:p>
            <a:pPr marL="0" lvl="0" indent="0" algn="just">
              <a:lnSpc>
                <a:spcPct val="100000"/>
              </a:lnSpc>
              <a:spcBef>
                <a:spcPts val="0"/>
              </a:spcBef>
              <a:buNone/>
            </a:pPr>
            <a:endParaRPr lang="es-ES" sz="2000" dirty="0">
              <a:solidFill>
                <a:srgbClr val="000000"/>
              </a:solidFill>
            </a:endParaRPr>
          </a:p>
          <a:p>
            <a:pPr marL="0" lv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es-ES" sz="2000" dirty="0">
                <a:solidFill>
                  <a:srgbClr val="000000"/>
                </a:solidFill>
              </a:rPr>
              <a:t>Los datos son los siguientes:</a:t>
            </a:r>
          </a:p>
          <a:p>
            <a:pPr marL="0" lvl="0" indent="0" algn="just">
              <a:lnSpc>
                <a:spcPct val="100000"/>
              </a:lnSpc>
              <a:spcBef>
                <a:spcPts val="0"/>
              </a:spcBef>
              <a:buNone/>
            </a:pPr>
            <a:endParaRPr lang="es-ES" sz="2000" dirty="0">
              <a:solidFill>
                <a:srgbClr val="000000"/>
              </a:solidFill>
            </a:endParaRPr>
          </a:p>
          <a:p>
            <a:pPr marL="0" lv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es-ES" sz="2000" dirty="0">
                <a:solidFill>
                  <a:srgbClr val="000000"/>
                </a:solidFill>
              </a:rPr>
              <a:t>(1,2),(2,3),(3,5) y (4,4), </a:t>
            </a:r>
          </a:p>
          <a:p>
            <a:pPr marL="0" lvl="0" indent="0" algn="just">
              <a:lnSpc>
                <a:spcPct val="100000"/>
              </a:lnSpc>
              <a:spcBef>
                <a:spcPts val="0"/>
              </a:spcBef>
              <a:buNone/>
            </a:pPr>
            <a:endParaRPr lang="es-ES" sz="2000" dirty="0">
              <a:solidFill>
                <a:srgbClr val="000000"/>
              </a:solidFill>
            </a:endParaRPr>
          </a:p>
          <a:p>
            <a:pPr marL="0" lv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es-ES" sz="2000" dirty="0">
                <a:solidFill>
                  <a:srgbClr val="000000"/>
                </a:solidFill>
              </a:rPr>
              <a:t>donde el primer valor corresponde a las horas de estudio y el segundo a la nota.</a:t>
            </a:r>
          </a:p>
          <a:p>
            <a:pPr marL="0" lvl="0" indent="0" algn="just">
              <a:lnSpc>
                <a:spcPct val="100000"/>
              </a:lnSpc>
              <a:spcBef>
                <a:spcPts val="0"/>
              </a:spcBef>
              <a:buNone/>
            </a:pPr>
            <a:endParaRPr lang="es-ES" sz="2000" dirty="0">
              <a:solidFill>
                <a:srgbClr val="000000"/>
              </a:solidFill>
            </a:endParaRPr>
          </a:p>
          <a:p>
            <a:pPr marL="0" lv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es-ES" sz="2000" dirty="0">
                <a:solidFill>
                  <a:srgbClr val="000000"/>
                </a:solidFill>
              </a:rPr>
              <a:t>La correlación de Pearson resulta r=0.8.</a:t>
            </a:r>
          </a:p>
          <a:p>
            <a:pPr marL="0" lvl="0" indent="0" algn="just">
              <a:lnSpc>
                <a:spcPct val="100000"/>
              </a:lnSpc>
              <a:spcBef>
                <a:spcPts val="0"/>
              </a:spcBef>
              <a:buNone/>
            </a:pPr>
            <a:endParaRPr lang="es-ES" sz="2000" dirty="0">
              <a:solidFill>
                <a:srgbClr val="000000"/>
              </a:solidFill>
            </a:endParaRPr>
          </a:p>
          <a:p>
            <a:pPr marL="0" lv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es-ES" sz="2000" dirty="0">
                <a:solidFill>
                  <a:srgbClr val="000000"/>
                </a:solidFill>
              </a:rPr>
              <a:t>Esto indica una </a:t>
            </a:r>
            <a:r>
              <a:rPr lang="es-ES" sz="2000" dirty="0">
                <a:solidFill>
                  <a:srgbClr val="FF0000"/>
                </a:solidFill>
              </a:rPr>
              <a:t>relación lineal positiva alta</a:t>
            </a:r>
            <a:r>
              <a:rPr lang="es-ES" sz="2000" dirty="0">
                <a:solidFill>
                  <a:srgbClr val="000000"/>
                </a:solidFill>
              </a:rPr>
              <a:t>: en general, cuando aumentan las horas de estudio, también aumentan las notas.</a:t>
            </a:r>
            <a:endParaRPr sz="2000" dirty="0">
              <a:solidFill>
                <a:srgbClr val="000000"/>
              </a:solidFill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F4B4D978-B4F0-4DA6-0A02-6B0363AC94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647" y="2050827"/>
            <a:ext cx="2677006" cy="1393509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83DD7433-2456-64CD-E8DA-607B173BBD4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24056" y="554132"/>
            <a:ext cx="4584325" cy="1274117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2D5742CA-A7CC-01F3-D7F5-F97B1693ED3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69647" y="3541228"/>
            <a:ext cx="4046571" cy="518205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3F0E9C7E-4BE2-CADD-D34B-86A9FD33512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69647" y="4253217"/>
            <a:ext cx="4252328" cy="952583"/>
          </a:xfrm>
          <a:prstGeom prst="rect">
            <a:avLst/>
          </a:prstGeo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4A9ED688-BB5D-75C5-7C89-A586C0581CD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31447" y="5439864"/>
            <a:ext cx="3030412" cy="1084817"/>
          </a:xfrm>
          <a:prstGeom prst="rect">
            <a:avLst/>
          </a:prstGeom>
          <a:ln w="28575">
            <a:solidFill>
              <a:schemeClr val="accent1"/>
            </a:solidFill>
          </a:ln>
        </p:spPr>
      </p:pic>
      <p:sp>
        <p:nvSpPr>
          <p:cNvPr id="13" name="CuadroTexto 12">
            <a:extLst>
              <a:ext uri="{FF2B5EF4-FFF2-40B4-BE49-F238E27FC236}">
                <a16:creationId xmlns:a16="http://schemas.microsoft.com/office/drawing/2014/main" id="{B1BA5DB2-1BB7-5CE6-D4E7-88B6F1E796D3}"/>
              </a:ext>
            </a:extLst>
          </p:cNvPr>
          <p:cNvSpPr txBox="1"/>
          <p:nvPr/>
        </p:nvSpPr>
        <p:spPr>
          <a:xfrm>
            <a:off x="9998175" y="2557002"/>
            <a:ext cx="128272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dirty="0"/>
              <a:t>PROMEDIOS</a:t>
            </a: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78172C37-C5A3-5C18-02B3-DBCA52EAEAE9}"/>
              </a:ext>
            </a:extLst>
          </p:cNvPr>
          <p:cNvSpPr txBox="1"/>
          <p:nvPr/>
        </p:nvSpPr>
        <p:spPr>
          <a:xfrm>
            <a:off x="10039815" y="3646441"/>
            <a:ext cx="136287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dirty="0"/>
              <a:t>NUMERADOR</a:t>
            </a: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1EFC2B0F-E446-FE58-2DD1-B5592077CF3F}"/>
              </a:ext>
            </a:extLst>
          </p:cNvPr>
          <p:cNvSpPr txBox="1"/>
          <p:nvPr/>
        </p:nvSpPr>
        <p:spPr>
          <a:xfrm>
            <a:off x="10050794" y="4575619"/>
            <a:ext cx="155202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dirty="0"/>
              <a:t>DENOMINADOR</a:t>
            </a:r>
          </a:p>
        </p:txBody>
      </p:sp>
    </p:spTree>
    <p:extLst>
      <p:ext uri="{BB962C8B-B14F-4D97-AF65-F5344CB8AC3E}">
        <p14:creationId xmlns:p14="http://schemas.microsoft.com/office/powerpoint/2010/main" val="39634101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31ffb7a4b31_0_24"/>
          <p:cNvSpPr txBox="1">
            <a:spLocks noGrp="1"/>
          </p:cNvSpPr>
          <p:nvPr>
            <p:ph type="body" idx="1"/>
          </p:nvPr>
        </p:nvSpPr>
        <p:spPr>
          <a:xfrm>
            <a:off x="921872" y="382800"/>
            <a:ext cx="8026800" cy="4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s-ES"/>
              <a:t>Tipos de correlación: Pearson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endParaRPr/>
          </a:p>
        </p:txBody>
      </p:sp>
      <p:sp>
        <p:nvSpPr>
          <p:cNvPr id="218" name="Google Shape;218;g31ffb7a4b31_0_24"/>
          <p:cNvSpPr txBox="1">
            <a:spLocks noGrp="1"/>
          </p:cNvSpPr>
          <p:nvPr>
            <p:ph type="body" idx="2"/>
          </p:nvPr>
        </p:nvSpPr>
        <p:spPr>
          <a:xfrm>
            <a:off x="555058" y="1306500"/>
            <a:ext cx="5665500" cy="482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 dirty="0"/>
              <a:t>Las variables pueden tener una </a:t>
            </a:r>
            <a:r>
              <a:rPr lang="es-ES" sz="1800" b="1" dirty="0">
                <a:solidFill>
                  <a:srgbClr val="507CDC"/>
                </a:solidFill>
              </a:rPr>
              <a:t>asociación que no sea lineal</a:t>
            </a:r>
            <a:r>
              <a:rPr lang="es-ES" sz="1800" dirty="0"/>
              <a:t>, en cuyo caso el coeficiente de correlación puede no ser una métrica útil.</a:t>
            </a:r>
          </a:p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dirty="0"/>
          </a:p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1800" dirty="0"/>
              <a:t>Además, se usa para cuando los datos se distribuyen normalmente.</a:t>
            </a:r>
            <a:endParaRPr sz="1800" dirty="0"/>
          </a:p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1" dirty="0"/>
          </a:p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1" dirty="0"/>
          </a:p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1" dirty="0"/>
          </a:p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1" dirty="0"/>
          </a:p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1" dirty="0"/>
          </a:p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800" b="1" dirty="0"/>
          </a:p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1800" dirty="0"/>
              <a:t>A partir de una tabla de correlaciones, se puede trazar un mapa de calor para mostrar visualmente la relación entre múltiples variables.</a:t>
            </a:r>
            <a:r>
              <a:rPr lang="es-ES" sz="2000" dirty="0"/>
              <a:t> </a:t>
            </a:r>
            <a:endParaRPr sz="2000" dirty="0"/>
          </a:p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endParaRPr dirty="0"/>
          </a:p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200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 dirty="0"/>
          </a:p>
          <a:p>
            <a:pPr marL="457200" lvl="0" indent="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200" dirty="0"/>
          </a:p>
        </p:txBody>
      </p:sp>
      <p:pic>
        <p:nvPicPr>
          <p:cNvPr id="219" name="Google Shape;219;g31ffb7a4b31_0_2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455290" y="1110092"/>
            <a:ext cx="5411501" cy="482387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0" name="Google Shape;220;g31ffb7a4b31_0_2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390951" y="3006891"/>
            <a:ext cx="2836450" cy="142351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1ffb7a4b31_0_34"/>
          <p:cNvSpPr txBox="1">
            <a:spLocks noGrp="1"/>
          </p:cNvSpPr>
          <p:nvPr>
            <p:ph type="body" idx="1"/>
          </p:nvPr>
        </p:nvSpPr>
        <p:spPr>
          <a:xfrm>
            <a:off x="921872" y="382800"/>
            <a:ext cx="8026800" cy="4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s-ES"/>
              <a:t>Tipos de correlación: Spearman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endParaRPr/>
          </a:p>
        </p:txBody>
      </p:sp>
      <p:sp>
        <p:nvSpPr>
          <p:cNvPr id="226" name="Google Shape;226;g31ffb7a4b31_0_34"/>
          <p:cNvSpPr txBox="1">
            <a:spLocks noGrp="1"/>
          </p:cNvSpPr>
          <p:nvPr>
            <p:ph type="body" idx="2"/>
          </p:nvPr>
        </p:nvSpPr>
        <p:spPr>
          <a:xfrm>
            <a:off x="914892" y="1223950"/>
            <a:ext cx="10890000" cy="482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3556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000"/>
              <a:buChar char="●"/>
            </a:pPr>
            <a:r>
              <a:rPr lang="es-ES" sz="1800" b="1" dirty="0"/>
              <a:t>Tipo de datos</a:t>
            </a:r>
            <a:r>
              <a:rPr lang="es-ES" sz="1800" dirty="0"/>
              <a:t>: Variables ordinales (o continuas no normales).</a:t>
            </a:r>
          </a:p>
          <a:p>
            <a:pPr marL="45720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s-ES" sz="1800" b="1" dirty="0"/>
              <a:t>Suposiciones</a:t>
            </a:r>
            <a:r>
              <a:rPr lang="es-ES" sz="1800" dirty="0"/>
              <a:t>: No se requiere normalidad ni relación lineal. Usa rangos de los datos.</a:t>
            </a:r>
            <a:endParaRPr sz="1800" dirty="0"/>
          </a:p>
          <a:p>
            <a:pPr marL="45720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s-ES" sz="1800" b="1" dirty="0"/>
              <a:t>Fórmula</a:t>
            </a:r>
            <a:r>
              <a:rPr lang="es-ES" sz="1800" dirty="0"/>
              <a:t>:  </a:t>
            </a:r>
            <a:endParaRPr sz="1800" dirty="0"/>
          </a:p>
          <a:p>
            <a:pPr marL="45720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800" dirty="0"/>
          </a:p>
          <a:p>
            <a:pPr indent="0">
              <a:lnSpc>
                <a:spcPct val="115000"/>
              </a:lnSpc>
              <a:spcBef>
                <a:spcPts val="1200"/>
              </a:spcBef>
              <a:buNone/>
            </a:pPr>
            <a:endParaRPr lang="es-ES" sz="1800" dirty="0"/>
          </a:p>
          <a:p>
            <a:pPr marL="457200" lvl="0" indent="0" algn="l">
              <a:lnSpc>
                <a:spcPct val="114999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-ES" sz="1800" dirty="0"/>
              <a:t>Donde D es la diferencia entre los rangos de cada par de puntos y N es el total de puntos..</a:t>
            </a:r>
            <a:endParaRPr sz="1800" dirty="0"/>
          </a:p>
          <a:p>
            <a:pPr marL="457200" lvl="0" indent="-3556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000"/>
              <a:buChar char="●"/>
            </a:pPr>
            <a:r>
              <a:rPr lang="es-ES" sz="1800" b="1" dirty="0"/>
              <a:t>Interpretación</a:t>
            </a:r>
            <a:r>
              <a:rPr lang="es-ES" sz="1800" dirty="0"/>
              <a:t>:</a:t>
            </a:r>
            <a:endParaRPr sz="1800" dirty="0"/>
          </a:p>
          <a:p>
            <a:pPr marL="914400" lvl="1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s-ES" sz="1800" dirty="0"/>
              <a:t>ρ=1: Relación creciente perfecta.</a:t>
            </a:r>
            <a:endParaRPr sz="1800" dirty="0"/>
          </a:p>
          <a:p>
            <a:pPr marL="914400" lvl="1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s-ES" sz="1800" dirty="0"/>
              <a:t>ρ=−1: Relación decreciente perfecta.</a:t>
            </a:r>
            <a:endParaRPr sz="1800" dirty="0"/>
          </a:p>
          <a:p>
            <a:pPr marL="914400" lvl="1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s-ES" sz="1800" dirty="0"/>
              <a:t>ρ=0: No hay relación monótona.</a:t>
            </a:r>
            <a:endParaRPr sz="1800" dirty="0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1800" b="1" dirty="0"/>
              <a:t>Uso práctico</a:t>
            </a:r>
            <a:r>
              <a:rPr lang="es-ES" sz="1800" dirty="0"/>
              <a:t>: Se usa con datos ordinales o cuando no se cumple la suposición de normalidad. Por ejemplo, para medir la relación entre la calificación de películas y su popularidad.</a:t>
            </a:r>
            <a:endParaRPr sz="1800" dirty="0"/>
          </a:p>
          <a:p>
            <a:pPr marL="0" lvl="0" indent="0" algn="just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-ES" sz="2000" b="1" dirty="0"/>
              <a:t> </a:t>
            </a:r>
            <a:endParaRPr sz="2000" dirty="0"/>
          </a:p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200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 dirty="0"/>
          </a:p>
          <a:p>
            <a:pPr marL="457200" lvl="0" indent="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200" dirty="0"/>
          </a:p>
        </p:txBody>
      </p:sp>
      <p:pic>
        <p:nvPicPr>
          <p:cNvPr id="228" name="Google Shape;228;g31ffb7a4b31_0_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53065" y="2053958"/>
            <a:ext cx="3489500" cy="1109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1ffb7a4b31_0_46"/>
          <p:cNvSpPr txBox="1">
            <a:spLocks noGrp="1"/>
          </p:cNvSpPr>
          <p:nvPr>
            <p:ph type="body" idx="1"/>
          </p:nvPr>
        </p:nvSpPr>
        <p:spPr>
          <a:xfrm>
            <a:off x="921876" y="382800"/>
            <a:ext cx="10695900" cy="4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s-ES" dirty="0"/>
              <a:t>Tipos de correlación: Cramer (V de </a:t>
            </a:r>
            <a:r>
              <a:rPr lang="es-ES" dirty="0" err="1"/>
              <a:t>Cramér</a:t>
            </a:r>
            <a:r>
              <a:rPr lang="es-ES" dirty="0"/>
              <a:t>)</a:t>
            </a:r>
            <a:endParaRPr dirty="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endParaRPr/>
          </a:p>
        </p:txBody>
      </p:sp>
      <p:sp>
        <p:nvSpPr>
          <p:cNvPr id="234" name="Google Shape;234;g31ffb7a4b31_0_46"/>
          <p:cNvSpPr txBox="1">
            <a:spLocks noGrp="1"/>
          </p:cNvSpPr>
          <p:nvPr>
            <p:ph type="body" idx="2"/>
          </p:nvPr>
        </p:nvSpPr>
        <p:spPr>
          <a:xfrm>
            <a:off x="650308" y="1128700"/>
            <a:ext cx="10890000" cy="482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1800" b="1" dirty="0"/>
              <a:t>Tipo de datos</a:t>
            </a:r>
            <a:r>
              <a:rPr lang="es-ES" sz="1800" dirty="0"/>
              <a:t>: Variables categóricas.</a:t>
            </a: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1800" b="1" dirty="0"/>
              <a:t>Suposiciones</a:t>
            </a:r>
            <a:r>
              <a:rPr lang="es-ES" sz="1800" dirty="0"/>
              <a:t>: Se usa una tabla de contingencia.</a:t>
            </a:r>
            <a:endParaRPr sz="1800" dirty="0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-ES" sz="1800" b="1" dirty="0"/>
              <a:t>Fórmula</a:t>
            </a:r>
            <a:r>
              <a:rPr lang="es-ES" sz="1800" dirty="0"/>
              <a:t>: </a:t>
            </a:r>
            <a:endParaRPr sz="1800" dirty="0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800" dirty="0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800" dirty="0"/>
          </a:p>
          <a:p>
            <a:pPr marL="457200" lvl="0" indent="-3556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000"/>
              <a:buChar char="●"/>
            </a:pPr>
            <a:r>
              <a:rPr lang="es-ES" sz="1800" dirty="0"/>
              <a:t>Donde χ2 es el valor de la prueba chi-cuadrado, n es el tamaño de la muestra, y r, c son los grados de libertad.</a:t>
            </a:r>
            <a:endParaRPr sz="1800" dirty="0"/>
          </a:p>
          <a:p>
            <a:pPr marL="45720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s-ES" sz="1800" b="1" dirty="0"/>
              <a:t>Interpretación</a:t>
            </a:r>
            <a:r>
              <a:rPr lang="es-ES" sz="1800" dirty="0"/>
              <a:t>:</a:t>
            </a:r>
            <a:endParaRPr sz="1800" dirty="0"/>
          </a:p>
          <a:p>
            <a:pPr marL="914400" lvl="1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s-ES" sz="1800" dirty="0"/>
              <a:t>V=0: No hay asociación.</a:t>
            </a:r>
            <a:endParaRPr sz="1800" dirty="0"/>
          </a:p>
          <a:p>
            <a:pPr marL="914400" lvl="1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s-ES" sz="1800" dirty="0"/>
              <a:t>Cuanto más cerca esté de 1, más fuerte es la asociación.</a:t>
            </a:r>
            <a:endParaRPr sz="1800" dirty="0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-ES" sz="1800" b="1" dirty="0"/>
              <a:t>Uso práctico</a:t>
            </a:r>
            <a:r>
              <a:rPr lang="es-ES" sz="1800" dirty="0"/>
              <a:t>: Para evaluar la relación entre variables categóricas, como la relación entre el nivel de estudios y el tipo de empleo</a:t>
            </a:r>
            <a:endParaRPr sz="1800" dirty="0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000" dirty="0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2000" b="1" dirty="0"/>
          </a:p>
          <a:p>
            <a:pPr marL="0" lvl="0" indent="0" algn="just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-ES" sz="2000" b="1" dirty="0"/>
              <a:t> </a:t>
            </a:r>
            <a:endParaRPr sz="2000" dirty="0"/>
          </a:p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200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 dirty="0"/>
          </a:p>
          <a:p>
            <a:pPr marL="457200" lvl="0" indent="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200" dirty="0"/>
          </a:p>
        </p:txBody>
      </p:sp>
      <p:pic>
        <p:nvPicPr>
          <p:cNvPr id="235" name="Google Shape;235;g31ffb7a4b31_0_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32725" y="2086538"/>
            <a:ext cx="3600450" cy="1343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2">
          <a:extLst>
            <a:ext uri="{FF2B5EF4-FFF2-40B4-BE49-F238E27FC236}">
              <a16:creationId xmlns:a16="http://schemas.microsoft.com/office/drawing/2014/main" id="{027AC111-E83B-136D-68DD-45A5CDB835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1ffb7a4b31_0_46">
            <a:extLst>
              <a:ext uri="{FF2B5EF4-FFF2-40B4-BE49-F238E27FC236}">
                <a16:creationId xmlns:a16="http://schemas.microsoft.com/office/drawing/2014/main" id="{87BF4F54-9E83-1181-A1B7-9A4CFCE87D9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21876" y="382800"/>
            <a:ext cx="10695900" cy="4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s-ES" dirty="0"/>
              <a:t>Tipos de correlación: Cramer (V de </a:t>
            </a:r>
            <a:r>
              <a:rPr lang="es-ES" dirty="0" err="1"/>
              <a:t>Cramér</a:t>
            </a:r>
            <a:r>
              <a:rPr lang="es-ES" dirty="0"/>
              <a:t>)</a:t>
            </a:r>
            <a:endParaRPr dirty="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endParaRPr/>
          </a:p>
        </p:txBody>
      </p:sp>
      <p:sp>
        <p:nvSpPr>
          <p:cNvPr id="234" name="Google Shape;234;g31ffb7a4b31_0_46">
            <a:extLst>
              <a:ext uri="{FF2B5EF4-FFF2-40B4-BE49-F238E27FC236}">
                <a16:creationId xmlns:a16="http://schemas.microsoft.com/office/drawing/2014/main" id="{43EF8596-0AA4-F62B-4A35-1642420A205C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650308" y="1128700"/>
            <a:ext cx="10890000" cy="482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000" dirty="0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2000" b="1" dirty="0"/>
          </a:p>
          <a:p>
            <a:pPr marL="0" lvl="0" indent="0" algn="just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-ES" sz="2000" b="1" dirty="0"/>
              <a:t> </a:t>
            </a:r>
            <a:endParaRPr sz="2000" dirty="0"/>
          </a:p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200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 dirty="0"/>
          </a:p>
          <a:p>
            <a:pPr marL="457200" lvl="0" indent="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200" dirty="0"/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B16B9E30-DE3F-8DFF-6D73-6C6721228EE8}"/>
              </a:ext>
            </a:extLst>
          </p:cNvPr>
          <p:cNvSpPr txBox="1"/>
          <p:nvPr/>
        </p:nvSpPr>
        <p:spPr>
          <a:xfrm>
            <a:off x="727776" y="1360713"/>
            <a:ext cx="10890000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>
                <a:solidFill>
                  <a:schemeClr val="dk1"/>
                </a:solidFill>
              </a:rPr>
              <a:t>Importante</a:t>
            </a:r>
            <a:r>
              <a:rPr lang="es-ES" sz="1800" dirty="0">
                <a:solidFill>
                  <a:schemeClr val="dk1"/>
                </a:solidFill>
              </a:rPr>
              <a:t>: </a:t>
            </a:r>
            <a:r>
              <a:rPr lang="es-ES" sz="1800" dirty="0" err="1">
                <a:solidFill>
                  <a:schemeClr val="dk1"/>
                </a:solidFill>
              </a:rPr>
              <a:t>Cramér</a:t>
            </a:r>
            <a:r>
              <a:rPr lang="es-ES" sz="1800" dirty="0">
                <a:solidFill>
                  <a:schemeClr val="dk1"/>
                </a:solidFill>
              </a:rPr>
              <a:t> no indica dirección de la relación, solo su </a:t>
            </a:r>
            <a:r>
              <a:rPr lang="es-ES" sz="1800" u="sng" dirty="0">
                <a:solidFill>
                  <a:schemeClr val="dk1"/>
                </a:solidFill>
              </a:rPr>
              <a:t>intensidad</a:t>
            </a:r>
            <a:r>
              <a:rPr lang="es-ES" sz="1800" dirty="0">
                <a:solidFill>
                  <a:schemeClr val="dk1"/>
                </a:solidFill>
              </a:rPr>
              <a:t>. </a:t>
            </a:r>
          </a:p>
          <a:p>
            <a:endParaRPr lang="es-ES" sz="1800" dirty="0">
              <a:solidFill>
                <a:schemeClr val="dk1"/>
              </a:solidFill>
            </a:endParaRPr>
          </a:p>
          <a:p>
            <a:r>
              <a:rPr lang="es-ES" sz="1800" dirty="0">
                <a:solidFill>
                  <a:schemeClr val="dk1"/>
                </a:solidFill>
              </a:rPr>
              <a:t>Es decir, no dice si la relación es positiva o negativa, porque en variables categóricas esa idea no aplica como en Pearson.</a:t>
            </a:r>
          </a:p>
          <a:p>
            <a:endParaRPr lang="es-ES" sz="1800" dirty="0">
              <a:solidFill>
                <a:schemeClr val="dk1"/>
              </a:solidFill>
            </a:endParaRPr>
          </a:p>
          <a:p>
            <a:r>
              <a:rPr lang="es-ES" sz="1800" dirty="0">
                <a:solidFill>
                  <a:schemeClr val="dk1"/>
                </a:solidFill>
              </a:rPr>
              <a:t>Ejemplo simple: </a:t>
            </a:r>
          </a:p>
          <a:p>
            <a:endParaRPr lang="es-ES" sz="1800" dirty="0">
              <a:solidFill>
                <a:schemeClr val="dk1"/>
              </a:solidFill>
            </a:endParaRPr>
          </a:p>
          <a:p>
            <a:r>
              <a:rPr lang="es-ES" sz="1800" dirty="0">
                <a:solidFill>
                  <a:schemeClr val="dk1"/>
                </a:solidFill>
              </a:rPr>
              <a:t>Supón que quieres analizar si existe relación entre tipo de jornada (diurna, vespertina) y aprobación (aprueba, reprueba). Construyes una tabla de frecuencias, calculas chi-cuadrado y luego obtienes 𝑉. </a:t>
            </a:r>
          </a:p>
          <a:p>
            <a:endParaRPr lang="es-ES" sz="1800" dirty="0">
              <a:solidFill>
                <a:schemeClr val="dk1"/>
              </a:solidFill>
            </a:endParaRPr>
          </a:p>
          <a:p>
            <a:r>
              <a:rPr lang="es-ES" sz="1800" dirty="0">
                <a:solidFill>
                  <a:schemeClr val="dk1"/>
                </a:solidFill>
              </a:rPr>
              <a:t>Si el valor da, por ejemplo, 0.45, se interpreta como una asociación moderada entre ambas variables</a:t>
            </a:r>
            <a:r>
              <a:rPr lang="es-ES" dirty="0"/>
              <a:t>.</a:t>
            </a:r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156711016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2">
          <a:extLst>
            <a:ext uri="{FF2B5EF4-FFF2-40B4-BE49-F238E27FC236}">
              <a16:creationId xmlns:a16="http://schemas.microsoft.com/office/drawing/2014/main" id="{26E9F147-3FEB-1CC0-6DD8-0FBBE96B13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1ffb7a4b31_0_46">
            <a:extLst>
              <a:ext uri="{FF2B5EF4-FFF2-40B4-BE49-F238E27FC236}">
                <a16:creationId xmlns:a16="http://schemas.microsoft.com/office/drawing/2014/main" id="{565C80C2-B49E-9D39-B2AD-CC9267AC12B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21876" y="382800"/>
            <a:ext cx="10695900" cy="4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s-ES" dirty="0"/>
              <a:t>Tipos de correlación: Cramer (V de </a:t>
            </a:r>
            <a:r>
              <a:rPr lang="es-ES" dirty="0" err="1"/>
              <a:t>Cramér</a:t>
            </a:r>
            <a:r>
              <a:rPr lang="es-ES" dirty="0"/>
              <a:t>)</a:t>
            </a:r>
            <a:endParaRPr dirty="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endParaRPr/>
          </a:p>
        </p:txBody>
      </p:sp>
      <p:sp>
        <p:nvSpPr>
          <p:cNvPr id="234" name="Google Shape;234;g31ffb7a4b31_0_46">
            <a:extLst>
              <a:ext uri="{FF2B5EF4-FFF2-40B4-BE49-F238E27FC236}">
                <a16:creationId xmlns:a16="http://schemas.microsoft.com/office/drawing/2014/main" id="{57F20A66-5BC2-B4B6-B358-2E0A37C68429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650308" y="1128700"/>
            <a:ext cx="10890000" cy="482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000" dirty="0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2000" b="1" dirty="0"/>
          </a:p>
          <a:p>
            <a:pPr marL="0" lvl="0" indent="0" algn="just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-ES" sz="2000" b="1" dirty="0"/>
              <a:t> </a:t>
            </a:r>
            <a:endParaRPr sz="2000" dirty="0"/>
          </a:p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200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 dirty="0"/>
          </a:p>
          <a:p>
            <a:pPr marL="457200" lvl="0" indent="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200" dirty="0"/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5CF64FE3-A12F-0CA8-2A9D-60A9B51C3D18}"/>
              </a:ext>
            </a:extLst>
          </p:cNvPr>
          <p:cNvSpPr txBox="1"/>
          <p:nvPr/>
        </p:nvSpPr>
        <p:spPr>
          <a:xfrm>
            <a:off x="727776" y="1128700"/>
            <a:ext cx="10890000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800" dirty="0">
                <a:solidFill>
                  <a:schemeClr val="dk1"/>
                </a:solidFill>
              </a:rPr>
              <a:t>El chi-cuadrado es una medida que permite evaluar si las frecuencias observadas en una tabla son muy distintas de las que esperaríamos si no hubiera relación entre las variables.</a:t>
            </a:r>
          </a:p>
          <a:p>
            <a:endParaRPr lang="es-ES" sz="1800" dirty="0">
              <a:solidFill>
                <a:schemeClr val="dk1"/>
              </a:solidFill>
            </a:endParaRPr>
          </a:p>
          <a:p>
            <a:r>
              <a:rPr lang="es-ES" sz="1800" dirty="0">
                <a:solidFill>
                  <a:schemeClr val="dk1"/>
                </a:solidFill>
              </a:rPr>
              <a:t>En términos simples, compara dos cosas: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800" dirty="0">
                <a:solidFill>
                  <a:schemeClr val="dk1"/>
                </a:solidFill>
              </a:rPr>
              <a:t>Frecuencia observada: lo que realmente aparece en los datos.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800" dirty="0">
                <a:solidFill>
                  <a:schemeClr val="dk1"/>
                </a:solidFill>
              </a:rPr>
              <a:t>Frecuencia esperada: lo que debería aparecer si las variables fueran independientes.</a:t>
            </a:r>
          </a:p>
          <a:p>
            <a:endParaRPr lang="es-ES" sz="1800" dirty="0">
              <a:solidFill>
                <a:schemeClr val="dk1"/>
              </a:solidFill>
            </a:endParaRPr>
          </a:p>
          <a:p>
            <a:r>
              <a:rPr lang="es-ES" sz="1800" dirty="0">
                <a:solidFill>
                  <a:schemeClr val="dk1"/>
                </a:solidFill>
              </a:rPr>
              <a:t>La fórmula es:</a:t>
            </a:r>
          </a:p>
          <a:p>
            <a:endParaRPr lang="es-ES" sz="1800" dirty="0">
              <a:solidFill>
                <a:schemeClr val="dk1"/>
              </a:solidFill>
            </a:endParaRPr>
          </a:p>
          <a:p>
            <a:endParaRPr lang="es-ES" sz="1800" dirty="0">
              <a:solidFill>
                <a:schemeClr val="dk1"/>
              </a:solidFill>
            </a:endParaRPr>
          </a:p>
          <a:p>
            <a:endParaRPr lang="es-ES" sz="1800" dirty="0">
              <a:solidFill>
                <a:schemeClr val="dk1"/>
              </a:solidFill>
            </a:endParaRPr>
          </a:p>
          <a:p>
            <a:r>
              <a:rPr lang="es-ES" sz="1800" dirty="0">
                <a:solidFill>
                  <a:schemeClr val="dk1"/>
                </a:solidFill>
              </a:rPr>
              <a:t>Ejemplo simple:</a:t>
            </a:r>
          </a:p>
          <a:p>
            <a:br>
              <a:rPr lang="es-ES" sz="1800" dirty="0">
                <a:solidFill>
                  <a:schemeClr val="dk1"/>
                </a:solidFill>
              </a:rPr>
            </a:br>
            <a:r>
              <a:rPr lang="es-ES" sz="1800" dirty="0">
                <a:solidFill>
                  <a:schemeClr val="dk1"/>
                </a:solidFill>
              </a:rPr>
              <a:t>Si en una tabla de contingencia esperabas 10 casos en una celda, pero observaste 16, entonces esa diferencia contribuye al chi-cuadrado así:</a:t>
            </a:r>
          </a:p>
          <a:p>
            <a:endParaRPr lang="es-ES" sz="1800" dirty="0">
              <a:solidFill>
                <a:schemeClr val="dk1"/>
              </a:solidFill>
            </a:endParaRPr>
          </a:p>
          <a:p>
            <a:endParaRPr lang="es-ES" sz="1800" dirty="0">
              <a:solidFill>
                <a:schemeClr val="dk1"/>
              </a:solidFill>
            </a:endParaRPr>
          </a:p>
          <a:p>
            <a:r>
              <a:rPr lang="es-ES" sz="1800" dirty="0"/>
              <a:t>Se hace eso en cada celda y luego se suman todos los resultados.</a:t>
            </a:r>
            <a:endParaRPr lang="es-CL" sz="1800" dirty="0">
              <a:solidFill>
                <a:schemeClr val="dk1"/>
              </a:solidFill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61FD454D-9E8F-1134-A29B-CBD593B9C8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17539" y="2956368"/>
            <a:ext cx="3312062" cy="1168963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A92C6606-800E-89FB-6686-D408BB978AA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43767" y="5096371"/>
            <a:ext cx="3160747" cy="9836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794610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g31ff3fd5aa6_0_0"/>
          <p:cNvSpPr txBox="1">
            <a:spLocks noGrp="1"/>
          </p:cNvSpPr>
          <p:nvPr>
            <p:ph type="title"/>
          </p:nvPr>
        </p:nvSpPr>
        <p:spPr>
          <a:xfrm>
            <a:off x="7656367" y="2615125"/>
            <a:ext cx="4185383" cy="162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SzPts val="3600"/>
            </a:pPr>
            <a:r>
              <a:rPr lang="es-ES" sz="2800" dirty="0"/>
              <a:t>REDUCCIÓN DE LA DIMENSIONALIDAD</a:t>
            </a:r>
            <a:endParaRPr lang="es-ES" sz="28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g31ff3fd5aa6_0_10"/>
          <p:cNvSpPr txBox="1"/>
          <p:nvPr/>
        </p:nvSpPr>
        <p:spPr>
          <a:xfrm>
            <a:off x="6459141" y="345680"/>
            <a:ext cx="7929600" cy="109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</a:pPr>
            <a:r>
              <a:rPr lang="es-ES" sz="3200" b="1" dirty="0">
                <a:solidFill>
                  <a:schemeClr val="dk1"/>
                </a:solidFill>
                <a:ea typeface="Play"/>
                <a:cs typeface="Play"/>
                <a:sym typeface="Play"/>
              </a:rPr>
              <a:t>Eliminación de variables</a:t>
            </a:r>
            <a:endParaRPr sz="1400" b="0" i="0" u="none" strike="noStrike" cap="none" dirty="0">
              <a:solidFill>
                <a:schemeClr val="dk1"/>
              </a:solidFill>
              <a:ea typeface="Arial"/>
              <a:cs typeface="Arial"/>
              <a:sym typeface="Arial"/>
            </a:endParaRPr>
          </a:p>
        </p:txBody>
      </p:sp>
      <p:sp>
        <p:nvSpPr>
          <p:cNvPr id="246" name="Google Shape;246;g31ff3fd5aa6_0_10"/>
          <p:cNvSpPr txBox="1"/>
          <p:nvPr/>
        </p:nvSpPr>
        <p:spPr>
          <a:xfrm>
            <a:off x="1430550" y="1081175"/>
            <a:ext cx="10063984" cy="56692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marR="0" lvl="0" indent="-355600" algn="just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s-ES" sz="1800" dirty="0">
                <a:solidFill>
                  <a:schemeClr val="dk1"/>
                </a:solidFill>
              </a:rPr>
              <a:t>La </a:t>
            </a:r>
            <a:r>
              <a:rPr lang="es-ES" sz="1800" b="1" dirty="0">
                <a:solidFill>
                  <a:schemeClr val="dk1"/>
                </a:solidFill>
              </a:rPr>
              <a:t>eliminación de variables por correlación</a:t>
            </a:r>
            <a:r>
              <a:rPr lang="es-ES" sz="1800" dirty="0">
                <a:solidFill>
                  <a:schemeClr val="dk1"/>
                </a:solidFill>
              </a:rPr>
              <a:t> es una técnica común en el </a:t>
            </a:r>
            <a:r>
              <a:rPr lang="es-ES" sz="1800" b="1" dirty="0">
                <a:solidFill>
                  <a:schemeClr val="dk1"/>
                </a:solidFill>
              </a:rPr>
              <a:t>análisis de características (</a:t>
            </a:r>
            <a:r>
              <a:rPr lang="es-ES" sz="1800" b="1" err="1">
                <a:solidFill>
                  <a:schemeClr val="dk1"/>
                </a:solidFill>
              </a:rPr>
              <a:t>feature</a:t>
            </a:r>
            <a:r>
              <a:rPr lang="es-ES" sz="1800" b="1" dirty="0">
                <a:solidFill>
                  <a:schemeClr val="dk1"/>
                </a:solidFill>
              </a:rPr>
              <a:t> </a:t>
            </a:r>
            <a:r>
              <a:rPr lang="es-ES" sz="1800" b="1" err="1">
                <a:solidFill>
                  <a:schemeClr val="dk1"/>
                </a:solidFill>
              </a:rPr>
              <a:t>selection</a:t>
            </a:r>
            <a:r>
              <a:rPr lang="es-ES" sz="1800" b="1" dirty="0">
                <a:solidFill>
                  <a:schemeClr val="dk1"/>
                </a:solidFill>
              </a:rPr>
              <a:t>)</a:t>
            </a:r>
            <a:r>
              <a:rPr lang="es-ES" sz="1800" dirty="0">
                <a:solidFill>
                  <a:schemeClr val="dk1"/>
                </a:solidFill>
              </a:rPr>
              <a:t>, especialmente cuando se trabaja con </a:t>
            </a:r>
            <a:r>
              <a:rPr lang="es-ES" sz="1800" b="1" dirty="0">
                <a:solidFill>
                  <a:schemeClr val="dk1"/>
                </a:solidFill>
              </a:rPr>
              <a:t>modelos de machine </a:t>
            </a:r>
            <a:r>
              <a:rPr lang="es-ES" sz="1800" b="1" err="1">
                <a:solidFill>
                  <a:schemeClr val="dk1"/>
                </a:solidFill>
              </a:rPr>
              <a:t>learning</a:t>
            </a:r>
            <a:r>
              <a:rPr lang="es-ES" sz="1800" b="1" dirty="0">
                <a:solidFill>
                  <a:schemeClr val="dk1"/>
                </a:solidFill>
              </a:rPr>
              <a:t> o modelos estadísticos</a:t>
            </a:r>
            <a:r>
              <a:rPr lang="es-ES" sz="1800" dirty="0">
                <a:solidFill>
                  <a:schemeClr val="dk1"/>
                </a:solidFill>
              </a:rPr>
              <a:t>. </a:t>
            </a:r>
          </a:p>
          <a:p>
            <a:pPr marL="101600" algn="just">
              <a:lnSpc>
                <a:spcPct val="114999"/>
              </a:lnSpc>
              <a:spcBef>
                <a:spcPts val="1200"/>
              </a:spcBef>
              <a:buClr>
                <a:schemeClr val="dk1"/>
              </a:buClr>
              <a:buSzPts val="2000"/>
            </a:pPr>
            <a:endParaRPr lang="es-ES" sz="1800" dirty="0">
              <a:solidFill>
                <a:schemeClr val="dk1"/>
              </a:solidFill>
            </a:endParaRPr>
          </a:p>
          <a:p>
            <a:pPr marL="457200" marR="0" lvl="0" indent="-355600" algn="just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s-ES" sz="1800" dirty="0">
                <a:solidFill>
                  <a:schemeClr val="dk1"/>
                </a:solidFill>
              </a:rPr>
              <a:t>El objetivo es evitar la </a:t>
            </a:r>
            <a:r>
              <a:rPr lang="es-ES" sz="1800" b="1" dirty="0">
                <a:solidFill>
                  <a:srgbClr val="507CDC"/>
                </a:solidFill>
              </a:rPr>
              <a:t>multicolinealidad</a:t>
            </a:r>
            <a:r>
              <a:rPr lang="es-ES" sz="1800" dirty="0">
                <a:solidFill>
                  <a:schemeClr val="dk1"/>
                </a:solidFill>
              </a:rPr>
              <a:t>, que puede causar problemas de sobreajuste, inestabilidad en los coeficientes de los modelos y reducción de la interpretabilidad.</a:t>
            </a:r>
            <a:endParaRPr sz="1800" dirty="0">
              <a:solidFill>
                <a:schemeClr val="dk1"/>
              </a:solidFill>
            </a:endParaRPr>
          </a:p>
          <a:p>
            <a:pPr marL="101600" algn="just">
              <a:lnSpc>
                <a:spcPct val="114999"/>
              </a:lnSpc>
              <a:spcBef>
                <a:spcPts val="1200"/>
              </a:spcBef>
              <a:buClr>
                <a:schemeClr val="dk1"/>
              </a:buClr>
              <a:buSzPts val="2000"/>
            </a:pPr>
            <a:endParaRPr lang="es-ES" sz="1800" dirty="0">
              <a:solidFill>
                <a:schemeClr val="dk1"/>
              </a:solidFill>
            </a:endParaRPr>
          </a:p>
          <a:p>
            <a:pPr marL="457200" marR="0" lvl="0" indent="-355600" algn="just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s-ES" sz="1800" dirty="0">
                <a:solidFill>
                  <a:schemeClr val="dk1"/>
                </a:solidFill>
              </a:rPr>
              <a:t>La multicolinealidad ocurre cuando dos o más variables independientes están fuertemente correlacionadas entre sí. Esto implica que una variable puede ser predicha a partir de otra, haciendo que ambas aporten </a:t>
            </a:r>
            <a:r>
              <a:rPr lang="es-ES" sz="1800" b="1" dirty="0">
                <a:solidFill>
                  <a:srgbClr val="507CDC"/>
                </a:solidFill>
              </a:rPr>
              <a:t>información redundante</a:t>
            </a:r>
            <a:r>
              <a:rPr lang="es-ES" sz="1800" b="1" dirty="0">
                <a:solidFill>
                  <a:schemeClr val="dk1"/>
                </a:solidFill>
              </a:rPr>
              <a:t>.</a:t>
            </a:r>
            <a:endParaRPr sz="1800" b="1" dirty="0">
              <a:solidFill>
                <a:schemeClr val="dk1"/>
              </a:solidFill>
            </a:endParaRPr>
          </a:p>
          <a:p>
            <a:pPr marL="457200" indent="-355600" algn="just">
              <a:lnSpc>
                <a:spcPct val="114999"/>
              </a:lnSpc>
              <a:spcBef>
                <a:spcPts val="1200"/>
              </a:spcBef>
              <a:buSzPts val="2000"/>
              <a:buChar char="●"/>
            </a:pPr>
            <a:endParaRPr lang="es-ES" sz="1800" b="1" dirty="0">
              <a:solidFill>
                <a:schemeClr val="dk1"/>
              </a:solidFill>
            </a:endParaRPr>
          </a:p>
          <a:p>
            <a:pPr marL="101600" marR="0" lvl="0" algn="just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FF0000"/>
              </a:buClr>
              <a:buSzPts val="2000"/>
            </a:pPr>
            <a:r>
              <a:rPr lang="es-ES" sz="1800" b="1" dirty="0">
                <a:solidFill>
                  <a:srgbClr val="507CDC"/>
                </a:solidFill>
              </a:rPr>
              <a:t>Esto permite reducir la dimensión de los datos.</a:t>
            </a:r>
            <a:endParaRPr sz="1800" b="1" dirty="0">
              <a:solidFill>
                <a:srgbClr val="507CDC"/>
              </a:solidFill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endParaRPr sz="2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g31ff3fd5aa6_0_4"/>
          <p:cNvSpPr txBox="1"/>
          <p:nvPr/>
        </p:nvSpPr>
        <p:spPr>
          <a:xfrm>
            <a:off x="3813307" y="345680"/>
            <a:ext cx="7929600" cy="109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</a:pPr>
            <a:r>
              <a:rPr lang="es-ES" sz="3200" b="1" dirty="0">
                <a:solidFill>
                  <a:schemeClr val="dk1"/>
                </a:solidFill>
                <a:ea typeface="Play"/>
                <a:cs typeface="Play"/>
                <a:sym typeface="Play"/>
              </a:rPr>
              <a:t>Eliminación de variables, ¿Para qué?</a:t>
            </a:r>
            <a:endParaRPr lang="es-ES" dirty="0">
              <a:solidFill>
                <a:schemeClr val="dk1"/>
              </a:solidFill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</a:pPr>
            <a:endParaRPr sz="3200" b="1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252" name="Google Shape;252;g31ff3fd5aa6_0_4"/>
          <p:cNvSpPr txBox="1"/>
          <p:nvPr/>
        </p:nvSpPr>
        <p:spPr>
          <a:xfrm>
            <a:off x="1561942" y="1307025"/>
            <a:ext cx="10190983" cy="6129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419100" algn="just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3000"/>
              <a:buChar char="●"/>
            </a:pPr>
            <a:r>
              <a:rPr lang="es-ES" sz="2000" b="1" dirty="0">
                <a:solidFill>
                  <a:schemeClr val="dk1"/>
                </a:solidFill>
              </a:rPr>
              <a:t>Reducción de la redundancia</a:t>
            </a:r>
            <a:r>
              <a:rPr lang="es-ES" sz="2000" dirty="0">
                <a:solidFill>
                  <a:schemeClr val="dk1"/>
                </a:solidFill>
              </a:rPr>
              <a:t>: Si dos variables están fuertemente correlacionadas, una de ellas no aporta información nueva.</a:t>
            </a:r>
            <a:endParaRPr lang="es-ES" dirty="0">
              <a:solidFill>
                <a:schemeClr val="dk1"/>
              </a:solidFill>
            </a:endParaRPr>
          </a:p>
          <a:p>
            <a:pPr marL="457200" lvl="0" indent="-419100" algn="just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3000"/>
              <a:buChar char="●"/>
            </a:pPr>
            <a:r>
              <a:rPr lang="es-ES" sz="2000" b="1" dirty="0">
                <a:solidFill>
                  <a:schemeClr val="dk1"/>
                </a:solidFill>
              </a:rPr>
              <a:t>Evitar multicolinealidad</a:t>
            </a:r>
            <a:r>
              <a:rPr lang="es-ES" sz="2000" dirty="0">
                <a:solidFill>
                  <a:schemeClr val="dk1"/>
                </a:solidFill>
              </a:rPr>
              <a:t>: La multicolinealidad puede causar inestabilidad en los coeficientes de los modelos de regresión y afectar la interpretación.</a:t>
            </a:r>
            <a:endParaRPr sz="2000" dirty="0">
              <a:solidFill>
                <a:schemeClr val="dk1"/>
              </a:solidFill>
            </a:endParaRPr>
          </a:p>
          <a:p>
            <a:pPr marL="457200" lvl="0" indent="-419100" algn="just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3000"/>
              <a:buChar char="●"/>
            </a:pPr>
            <a:r>
              <a:rPr lang="es-ES" sz="2000" b="1" dirty="0">
                <a:solidFill>
                  <a:schemeClr val="dk1"/>
                </a:solidFill>
              </a:rPr>
              <a:t>Mejorar la eficiencia</a:t>
            </a:r>
            <a:r>
              <a:rPr lang="es-ES" sz="2000" dirty="0">
                <a:solidFill>
                  <a:schemeClr val="dk1"/>
                </a:solidFill>
              </a:rPr>
              <a:t>: Menos variables significan menos tiempo de cómputo y modelos más simples.</a:t>
            </a:r>
            <a:endParaRPr sz="2000" dirty="0">
              <a:solidFill>
                <a:schemeClr val="dk1"/>
              </a:solidFill>
            </a:endParaRPr>
          </a:p>
          <a:p>
            <a:pPr marL="457200" lvl="0" indent="-419100" algn="just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3000"/>
              <a:buChar char="●"/>
            </a:pPr>
            <a:r>
              <a:rPr lang="es-ES" sz="2000" b="1" dirty="0">
                <a:solidFill>
                  <a:schemeClr val="dk1"/>
                </a:solidFill>
              </a:rPr>
              <a:t>Evitar sobreajuste</a:t>
            </a:r>
            <a:r>
              <a:rPr lang="es-ES" sz="2000" dirty="0">
                <a:solidFill>
                  <a:schemeClr val="dk1"/>
                </a:solidFill>
              </a:rPr>
              <a:t>: Las variables altamente correlacionadas pueden hacer que el modelo se ajuste demasiado a los datos de entrenamiento.</a:t>
            </a:r>
            <a:endParaRPr sz="2000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20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-ES" sz="2000" b="1" dirty="0">
                <a:solidFill>
                  <a:srgbClr val="507CDC"/>
                </a:solidFill>
              </a:rPr>
              <a:t>Generalmente las variables que están altamente correlacionadas, son candidatas a ser eliminadas (una de ellas).</a:t>
            </a:r>
            <a:endParaRPr sz="2000" b="1" dirty="0">
              <a:solidFill>
                <a:srgbClr val="507CDC"/>
              </a:solidFill>
            </a:endParaRPr>
          </a:p>
          <a:p>
            <a:pPr marL="457200" marR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2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endParaRPr sz="2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Interfaz de usuario gráfica&#10;&#10;El contenido generado por inteligencia artificial puede ser incorrecto.">
            <a:extLst>
              <a:ext uri="{FF2B5EF4-FFF2-40B4-BE49-F238E27FC236}">
                <a16:creationId xmlns:a16="http://schemas.microsoft.com/office/drawing/2014/main" id="{3F3D9C7E-4C15-2003-BE49-D2D56401BF0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40" t="2956" r="-170" b="39039"/>
          <a:stretch/>
        </p:blipFill>
        <p:spPr>
          <a:xfrm>
            <a:off x="3303820" y="1821560"/>
            <a:ext cx="5586046" cy="2386782"/>
          </a:xfrm>
          <a:prstGeom prst="rect">
            <a:avLst/>
          </a:prstGeom>
        </p:spPr>
      </p:pic>
      <p:pic>
        <p:nvPicPr>
          <p:cNvPr id="7" name="Imagen 6" descr="Interfaz de usuario gráfica&#10;&#10;El contenido generado por inteligencia artificial puede ser incorrecto.">
            <a:extLst>
              <a:ext uri="{FF2B5EF4-FFF2-40B4-BE49-F238E27FC236}">
                <a16:creationId xmlns:a16="http://schemas.microsoft.com/office/drawing/2014/main" id="{EB0DC698-58E8-BD0F-954E-9B31D2FECBD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73389" r="103" b="-140"/>
          <a:stretch/>
        </p:blipFill>
        <p:spPr>
          <a:xfrm>
            <a:off x="1465495" y="4212335"/>
            <a:ext cx="9253170" cy="18218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126018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Tema de 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96B24"/>
      </a:accent1>
      <a:accent2>
        <a:srgbClr val="4EA72E"/>
      </a:accent2>
      <a:accent3>
        <a:srgbClr val="156082"/>
      </a:accent3>
      <a:accent4>
        <a:srgbClr val="0F9ED5"/>
      </a:accent4>
      <a:accent5>
        <a:srgbClr val="A02B93"/>
      </a:accent5>
      <a:accent6>
        <a:srgbClr val="E97132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1244</Words>
  <Application>Microsoft Office PowerPoint</Application>
  <PresentationFormat>Panorámica</PresentationFormat>
  <Paragraphs>170</Paragraphs>
  <Slides>16</Slides>
  <Notes>15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16</vt:i4>
      </vt:variant>
    </vt:vector>
  </HeadingPairs>
  <TitlesOfParts>
    <vt:vector size="20" baseType="lpstr">
      <vt:lpstr>Bierstadt Display</vt:lpstr>
      <vt:lpstr>Arial</vt:lpstr>
      <vt:lpstr>Play</vt:lpstr>
      <vt:lpstr>Tema de Office</vt:lpstr>
      <vt:lpstr>Presentación de PowerPoint</vt:lpstr>
      <vt:lpstr>Presentación de PowerPoint</vt:lpstr>
      <vt:lpstr>TIPOS DE CORRELACIÓN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REDUCCIÓN DE LA DIMENSIONALIDAD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Daniela Osorio C.</dc:creator>
  <cp:lastModifiedBy>guillermo pinto</cp:lastModifiedBy>
  <cp:revision>69</cp:revision>
  <dcterms:created xsi:type="dcterms:W3CDTF">2024-03-07T18:55:37Z</dcterms:created>
  <dcterms:modified xsi:type="dcterms:W3CDTF">2026-03-22T03:44:25Z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0x0101004E9A3AE23414AD41A4F4D6368514CED2</vt:lpwstr>
  </property>
</Properties>
</file>